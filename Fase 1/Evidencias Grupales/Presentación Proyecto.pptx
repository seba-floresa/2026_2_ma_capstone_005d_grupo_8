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72" r:id="rId5"/>
    <p:sldId id="273" r:id="rId6"/>
    <p:sldId id="274" r:id="rId7"/>
    <p:sldId id="262" r:id="rId8"/>
    <p:sldId id="267" r:id="rId9"/>
    <p:sldId id="275" r:id="rId10"/>
    <p:sldId id="276" r:id="rId11"/>
    <p:sldId id="277" r:id="rId12"/>
    <p:sldId id="278" r:id="rId13"/>
    <p:sldId id="279" r:id="rId14"/>
    <p:sldId id="261" r:id="rId15"/>
  </p:sldIdLst>
  <p:sldSz cx="12192000" cy="6858000"/>
  <p:notesSz cx="6858000" cy="9144000"/>
  <p:defaultText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7CDD"/>
    <a:srgbClr val="EE7623"/>
    <a:srgbClr val="BB0034"/>
    <a:srgbClr val="9B50C0"/>
    <a:srgbClr val="F9B7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7EE9B3-826B-CA0C-7F5D-1FC50BE580AD}" v="25" dt="2024-07-09T22:27:50.3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3"/>
    <p:restoredTop sz="95615"/>
  </p:normalViewPr>
  <p:slideViewPr>
    <p:cSldViewPr snapToGrid="0">
      <p:cViewPr varScale="1">
        <p:scale>
          <a:sx n="152" d="100"/>
          <a:sy n="152" d="100"/>
        </p:scale>
        <p:origin x="83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a Osorio C." userId="319d936b-4c97-4d05-ad2b-d02721bbec8f" providerId="ADAL" clId="{DDFC9B83-D05F-374E-A685-463796F32BB2}"/>
    <pc:docChg chg="undo custSel addSld delSld modMainMaster">
      <pc:chgData name="Daniela Osorio C." userId="319d936b-4c97-4d05-ad2b-d02721bbec8f" providerId="ADAL" clId="{DDFC9B83-D05F-374E-A685-463796F32BB2}" dt="2024-03-08T15:44:51.559" v="234" actId="2696"/>
      <pc:docMkLst>
        <pc:docMk/>
      </pc:docMkLst>
      <pc:sldChg chg="del">
        <pc:chgData name="Daniela Osorio C." userId="319d936b-4c97-4d05-ad2b-d02721bbec8f" providerId="ADAL" clId="{DDFC9B83-D05F-374E-A685-463796F32BB2}" dt="2024-03-08T15:44:51.559" v="234" actId="2696"/>
        <pc:sldMkLst>
          <pc:docMk/>
          <pc:sldMk cId="430418543" sldId="269"/>
        </pc:sldMkLst>
      </pc:sldChg>
      <pc:sldChg chg="new">
        <pc:chgData name="Daniela Osorio C." userId="319d936b-4c97-4d05-ad2b-d02721bbec8f" providerId="ADAL" clId="{DDFC9B83-D05F-374E-A685-463796F32BB2}" dt="2024-03-08T15:44:49.892" v="233" actId="680"/>
        <pc:sldMkLst>
          <pc:docMk/>
          <pc:sldMk cId="130920155" sldId="272"/>
        </pc:sldMkLst>
      </pc:sldChg>
      <pc:sldMasterChg chg="modSldLayout">
        <pc:chgData name="Daniela Osorio C." userId="319d936b-4c97-4d05-ad2b-d02721bbec8f" providerId="ADAL" clId="{DDFC9B83-D05F-374E-A685-463796F32BB2}" dt="2024-03-08T15:44:36.244" v="232"/>
        <pc:sldMasterMkLst>
          <pc:docMk/>
          <pc:sldMasterMk cId="1693028746" sldId="2147483648"/>
        </pc:sldMasterMkLst>
        <pc:sldLayoutChg chg="addSp delSp modSp mod setBg">
          <pc:chgData name="Daniela Osorio C." userId="319d936b-4c97-4d05-ad2b-d02721bbec8f" providerId="ADAL" clId="{DDFC9B83-D05F-374E-A685-463796F32BB2}" dt="2024-03-08T15:38:41.394" v="226" actId="478"/>
          <pc:sldLayoutMkLst>
            <pc:docMk/>
            <pc:sldMasterMk cId="1693028746" sldId="2147483648"/>
            <pc:sldLayoutMk cId="2606120192" sldId="2147483649"/>
          </pc:sldLayoutMkLst>
          <pc:spChg chg="mod">
            <ac:chgData name="Daniela Osorio C." userId="319d936b-4c97-4d05-ad2b-d02721bbec8f" providerId="ADAL" clId="{DDFC9B83-D05F-374E-A685-463796F32BB2}" dt="2024-03-08T15:26:31.819" v="140" actId="207"/>
            <ac:spMkLst>
              <pc:docMk/>
              <pc:sldMasterMk cId="1693028746" sldId="2147483648"/>
              <pc:sldLayoutMk cId="2606120192" sldId="2147483649"/>
              <ac:spMk id="5" creationId="{EA07B88F-3442-88EF-4332-8188DAED77CC}"/>
            </ac:spMkLst>
          </pc:spChg>
          <pc:spChg chg="mod">
            <ac:chgData name="Daniela Osorio C." userId="319d936b-4c97-4d05-ad2b-d02721bbec8f" providerId="ADAL" clId="{DDFC9B83-D05F-374E-A685-463796F32BB2}" dt="2024-03-08T15:27:55.409" v="142" actId="207"/>
            <ac:spMkLst>
              <pc:docMk/>
              <pc:sldMasterMk cId="1693028746" sldId="2147483648"/>
              <pc:sldLayoutMk cId="2606120192" sldId="2147483649"/>
              <ac:spMk id="6" creationId="{FC350248-3FB5-3C6F-8D72-BDEA02FE930A}"/>
            </ac:spMkLst>
          </pc:spChg>
          <pc:spChg chg="add mod">
            <ac:chgData name="Daniela Osorio C." userId="319d936b-4c97-4d05-ad2b-d02721bbec8f" providerId="ADAL" clId="{DDFC9B83-D05F-374E-A685-463796F32BB2}" dt="2024-03-08T15:32:45.705" v="177" actId="14100"/>
            <ac:spMkLst>
              <pc:docMk/>
              <pc:sldMasterMk cId="1693028746" sldId="2147483648"/>
              <pc:sldLayoutMk cId="2606120192" sldId="2147483649"/>
              <ac:spMk id="12" creationId="{3F9325FC-E030-BCB8-203E-374A8BE898B6}"/>
            </ac:spMkLst>
          </pc:spChg>
          <pc:picChg chg="add del mod">
            <ac:chgData name="Daniela Osorio C." userId="319d936b-4c97-4d05-ad2b-d02721bbec8f" providerId="ADAL" clId="{DDFC9B83-D05F-374E-A685-463796F32BB2}" dt="2024-03-08T15:25:50.399" v="36" actId="21"/>
            <ac:picMkLst>
              <pc:docMk/>
              <pc:sldMasterMk cId="1693028746" sldId="2147483648"/>
              <pc:sldLayoutMk cId="2606120192" sldId="2147483649"/>
              <ac:picMk id="2" creationId="{51C2BC53-2D68-3B41-44FD-88E6C6E0C692}"/>
            </ac:picMkLst>
          </pc:picChg>
          <pc:picChg chg="add mod">
            <ac:chgData name="Daniela Osorio C." userId="319d936b-4c97-4d05-ad2b-d02721bbec8f" providerId="ADAL" clId="{DDFC9B83-D05F-374E-A685-463796F32BB2}" dt="2024-03-08T15:25:55.172" v="38"/>
            <ac:picMkLst>
              <pc:docMk/>
              <pc:sldMasterMk cId="1693028746" sldId="2147483648"/>
              <pc:sldLayoutMk cId="2606120192" sldId="2147483649"/>
              <ac:picMk id="3" creationId="{3B18511A-ACD9-5BA5-0820-A79B8929F03F}"/>
            </ac:picMkLst>
          </pc:picChg>
          <pc:picChg chg="add del mod">
            <ac:chgData name="Daniela Osorio C." userId="319d936b-4c97-4d05-ad2b-d02721bbec8f" providerId="ADAL" clId="{DDFC9B83-D05F-374E-A685-463796F32BB2}" dt="2024-03-08T15:29:12.982" v="146" actId="478"/>
            <ac:picMkLst>
              <pc:docMk/>
              <pc:sldMasterMk cId="1693028746" sldId="2147483648"/>
              <pc:sldLayoutMk cId="2606120192" sldId="2147483649"/>
              <ac:picMk id="4" creationId="{E65E1B84-E0F7-636F-FAD5-94B59882B362}"/>
            </ac:picMkLst>
          </pc:picChg>
          <pc:picChg chg="del">
            <ac:chgData name="Daniela Osorio C." userId="319d936b-4c97-4d05-ad2b-d02721bbec8f" providerId="ADAL" clId="{DDFC9B83-D05F-374E-A685-463796F32BB2}" dt="2024-03-08T15:25:51.976" v="37" actId="478"/>
            <ac:picMkLst>
              <pc:docMk/>
              <pc:sldMasterMk cId="1693028746" sldId="2147483648"/>
              <pc:sldLayoutMk cId="2606120192" sldId="2147483649"/>
              <ac:picMk id="8" creationId="{8B1A2DB8-9B24-4654-F33A-1376883E1479}"/>
            </ac:picMkLst>
          </pc:picChg>
          <pc:picChg chg="add del mod">
            <ac:chgData name="Daniela Osorio C." userId="319d936b-4c97-4d05-ad2b-d02721bbec8f" providerId="ADAL" clId="{DDFC9B83-D05F-374E-A685-463796F32BB2}" dt="2024-03-08T15:29:26.685" v="150" actId="478"/>
            <ac:picMkLst>
              <pc:docMk/>
              <pc:sldMasterMk cId="1693028746" sldId="2147483648"/>
              <pc:sldLayoutMk cId="2606120192" sldId="2147483649"/>
              <ac:picMk id="9" creationId="{F1F197EB-CF20-ED64-9D08-3FCA900C948C}"/>
            </ac:picMkLst>
          </pc:picChg>
          <pc:picChg chg="add del mod">
            <ac:chgData name="Daniela Osorio C." userId="319d936b-4c97-4d05-ad2b-d02721bbec8f" providerId="ADAL" clId="{DDFC9B83-D05F-374E-A685-463796F32BB2}" dt="2024-03-08T15:38:41.394" v="226" actId="478"/>
            <ac:picMkLst>
              <pc:docMk/>
              <pc:sldMasterMk cId="1693028746" sldId="2147483648"/>
              <pc:sldLayoutMk cId="2606120192" sldId="2147483649"/>
              <ac:picMk id="10" creationId="{17B06BE0-5D65-66AE-8665-6D98AE00C690}"/>
            </ac:picMkLst>
          </pc:picChg>
        </pc:sldLayoutChg>
        <pc:sldLayoutChg chg="addSp delSp modSp mod">
          <pc:chgData name="Daniela Osorio C." userId="319d936b-4c97-4d05-ad2b-d02721bbec8f" providerId="ADAL" clId="{DDFC9B83-D05F-374E-A685-463796F32BB2}" dt="2024-03-08T15:31:00.915" v="164" actId="207"/>
          <pc:sldLayoutMkLst>
            <pc:docMk/>
            <pc:sldMasterMk cId="1693028746" sldId="2147483648"/>
            <pc:sldLayoutMk cId="4245125461" sldId="2147483650"/>
          </pc:sldLayoutMkLst>
          <pc:spChg chg="mod">
            <ac:chgData name="Daniela Osorio C." userId="319d936b-4c97-4d05-ad2b-d02721bbec8f" providerId="ADAL" clId="{DDFC9B83-D05F-374E-A685-463796F32BB2}" dt="2024-03-08T15:24:08.979" v="11" actId="207"/>
            <ac:spMkLst>
              <pc:docMk/>
              <pc:sldMasterMk cId="1693028746" sldId="2147483648"/>
              <pc:sldLayoutMk cId="4245125461" sldId="2147483650"/>
              <ac:spMk id="8" creationId="{D4BF3825-8CDE-15D1-473C-F04253CD9789}"/>
            </ac:spMkLst>
          </pc:spChg>
          <pc:spChg chg="mod">
            <ac:chgData name="Daniela Osorio C." userId="319d936b-4c97-4d05-ad2b-d02721bbec8f" providerId="ADAL" clId="{DDFC9B83-D05F-374E-A685-463796F32BB2}" dt="2024-03-08T15:31:00.915" v="164" actId="207"/>
            <ac:spMkLst>
              <pc:docMk/>
              <pc:sldMasterMk cId="1693028746" sldId="2147483648"/>
              <pc:sldLayoutMk cId="4245125461" sldId="2147483650"/>
              <ac:spMk id="9" creationId="{371A0572-EF4B-CA79-4539-AA0A2E4CD964}"/>
            </ac:spMkLst>
          </pc:spChg>
          <pc:picChg chg="add mod">
            <ac:chgData name="Daniela Osorio C." userId="319d936b-4c97-4d05-ad2b-d02721bbec8f" providerId="ADAL" clId="{DDFC9B83-D05F-374E-A685-463796F32BB2}" dt="2024-03-08T15:30:47.216" v="161" actId="1076"/>
            <ac:picMkLst>
              <pc:docMk/>
              <pc:sldMasterMk cId="1693028746" sldId="2147483648"/>
              <pc:sldLayoutMk cId="4245125461" sldId="2147483650"/>
              <ac:picMk id="2" creationId="{DEA467AA-B426-6E6D-D124-E46F0B3F61A9}"/>
            </ac:picMkLst>
          </pc:picChg>
          <pc:picChg chg="del">
            <ac:chgData name="Daniela Osorio C." userId="319d936b-4c97-4d05-ad2b-d02721bbec8f" providerId="ADAL" clId="{DDFC9B83-D05F-374E-A685-463796F32BB2}" dt="2024-03-08T15:30:48.994" v="162" actId="478"/>
            <ac:picMkLst>
              <pc:docMk/>
              <pc:sldMasterMk cId="1693028746" sldId="2147483648"/>
              <pc:sldLayoutMk cId="4245125461" sldId="2147483650"/>
              <ac:picMk id="15" creationId="{EB831521-26FB-EE5C-4997-C7C663FA03CA}"/>
            </ac:picMkLst>
          </pc:picChg>
        </pc:sldLayoutChg>
        <pc:sldLayoutChg chg="addSp delSp modSp mod">
          <pc:chgData name="Daniela Osorio C." userId="319d936b-4c97-4d05-ad2b-d02721bbec8f" providerId="ADAL" clId="{DDFC9B83-D05F-374E-A685-463796F32BB2}" dt="2024-03-08T15:33:54.996" v="193" actId="12789"/>
          <pc:sldLayoutMkLst>
            <pc:docMk/>
            <pc:sldMasterMk cId="1693028746" sldId="2147483648"/>
            <pc:sldLayoutMk cId="3652869427" sldId="2147483651"/>
          </pc:sldLayoutMkLst>
          <pc:spChg chg="mod">
            <ac:chgData name="Daniela Osorio C." userId="319d936b-4c97-4d05-ad2b-d02721bbec8f" providerId="ADAL" clId="{DDFC9B83-D05F-374E-A685-463796F32BB2}" dt="2024-03-08T15:23:52.750" v="8" actId="207"/>
            <ac:spMkLst>
              <pc:docMk/>
              <pc:sldMasterMk cId="1693028746" sldId="2147483648"/>
              <pc:sldLayoutMk cId="3652869427" sldId="2147483651"/>
              <ac:spMk id="3" creationId="{989D0323-C2ED-C0E8-73FE-BEAB8CFEAEB8}"/>
            </ac:spMkLst>
          </pc:spChg>
          <pc:spChg chg="mod">
            <ac:chgData name="Daniela Osorio C." userId="319d936b-4c97-4d05-ad2b-d02721bbec8f" providerId="ADAL" clId="{DDFC9B83-D05F-374E-A685-463796F32BB2}" dt="2024-03-08T15:31:07.260" v="166"/>
            <ac:spMkLst>
              <pc:docMk/>
              <pc:sldMasterMk cId="1693028746" sldId="2147483648"/>
              <pc:sldLayoutMk cId="3652869427" sldId="2147483651"/>
              <ac:spMk id="7" creationId="{214DF2C4-F04D-3C80-781C-59FD036C679C}"/>
            </ac:spMkLst>
          </pc:spChg>
          <pc:spChg chg="mod">
            <ac:chgData name="Daniela Osorio C." userId="319d936b-4c97-4d05-ad2b-d02721bbec8f" providerId="ADAL" clId="{DDFC9B83-D05F-374E-A685-463796F32BB2}" dt="2024-03-08T15:31:07.260" v="166"/>
            <ac:spMkLst>
              <pc:docMk/>
              <pc:sldMasterMk cId="1693028746" sldId="2147483648"/>
              <pc:sldLayoutMk cId="3652869427" sldId="2147483651"/>
              <ac:spMk id="8" creationId="{6664B434-EC06-B2A1-112A-CFBBD91843D1}"/>
            </ac:spMkLst>
          </pc:spChg>
          <pc:spChg chg="mod">
            <ac:chgData name="Daniela Osorio C." userId="319d936b-4c97-4d05-ad2b-d02721bbec8f" providerId="ADAL" clId="{DDFC9B83-D05F-374E-A685-463796F32BB2}" dt="2024-03-08T15:31:15.668" v="169" actId="207"/>
            <ac:spMkLst>
              <pc:docMk/>
              <pc:sldMasterMk cId="1693028746" sldId="2147483648"/>
              <pc:sldLayoutMk cId="3652869427" sldId="2147483651"/>
              <ac:spMk id="15" creationId="{F57429FB-BAB3-46DE-9370-D3C110C6572A}"/>
            </ac:spMkLst>
          </pc:spChg>
          <pc:spChg chg="mod">
            <ac:chgData name="Daniela Osorio C." userId="319d936b-4c97-4d05-ad2b-d02721bbec8f" providerId="ADAL" clId="{DDFC9B83-D05F-374E-A685-463796F32BB2}" dt="2024-03-08T15:31:18.190" v="170" actId="207"/>
            <ac:spMkLst>
              <pc:docMk/>
              <pc:sldMasterMk cId="1693028746" sldId="2147483648"/>
              <pc:sldLayoutMk cId="3652869427" sldId="2147483651"/>
              <ac:spMk id="16" creationId="{4F8D0BB2-7009-A53E-830B-0224847CA34E}"/>
            </ac:spMkLst>
          </pc:spChg>
          <pc:spChg chg="mod">
            <ac:chgData name="Daniela Osorio C." userId="319d936b-4c97-4d05-ad2b-d02721bbec8f" providerId="ADAL" clId="{DDFC9B83-D05F-374E-A685-463796F32BB2}" dt="2024-03-08T15:31:07.260" v="166"/>
            <ac:spMkLst>
              <pc:docMk/>
              <pc:sldMasterMk cId="1693028746" sldId="2147483648"/>
              <pc:sldLayoutMk cId="3652869427" sldId="2147483651"/>
              <ac:spMk id="18" creationId="{E08B512B-19D5-31EE-38BB-ECE0FD6B8C78}"/>
            </ac:spMkLst>
          </pc:spChg>
          <pc:grpChg chg="add mod">
            <ac:chgData name="Daniela Osorio C." userId="319d936b-4c97-4d05-ad2b-d02721bbec8f" providerId="ADAL" clId="{DDFC9B83-D05F-374E-A685-463796F32BB2}" dt="2024-03-08T15:31:07.260" v="166"/>
            <ac:grpSpMkLst>
              <pc:docMk/>
              <pc:sldMasterMk cId="1693028746" sldId="2147483648"/>
              <pc:sldLayoutMk cId="3652869427" sldId="2147483651"/>
              <ac:grpSpMk id="6" creationId="{30600BA2-FE25-D617-556A-284E126C4526}"/>
            </ac:grpSpMkLst>
          </pc:grpChg>
          <pc:grpChg chg="del">
            <ac:chgData name="Daniela Osorio C." userId="319d936b-4c97-4d05-ad2b-d02721bbec8f" providerId="ADAL" clId="{DDFC9B83-D05F-374E-A685-463796F32BB2}" dt="2024-03-08T15:31:06.466" v="165" actId="478"/>
            <ac:grpSpMkLst>
              <pc:docMk/>
              <pc:sldMasterMk cId="1693028746" sldId="2147483648"/>
              <pc:sldLayoutMk cId="3652869427" sldId="2147483651"/>
              <ac:grpSpMk id="14" creationId="{DBF54666-A2EC-90FE-7052-73357A52AE9A}"/>
            </ac:grpSpMkLst>
          </pc:grpChg>
          <pc:grpChg chg="mod">
            <ac:chgData name="Daniela Osorio C." userId="319d936b-4c97-4d05-ad2b-d02721bbec8f" providerId="ADAL" clId="{DDFC9B83-D05F-374E-A685-463796F32BB2}" dt="2024-03-08T15:31:07.260" v="166"/>
            <ac:grpSpMkLst>
              <pc:docMk/>
              <pc:sldMasterMk cId="1693028746" sldId="2147483648"/>
              <pc:sldLayoutMk cId="3652869427" sldId="2147483651"/>
              <ac:grpSpMk id="17" creationId="{78BE0504-3454-CB76-4D2B-96730BFC194F}"/>
            </ac:grpSpMkLst>
          </pc:grpChg>
          <pc:picChg chg="del">
            <ac:chgData name="Daniela Osorio C." userId="319d936b-4c97-4d05-ad2b-d02721bbec8f" providerId="ADAL" clId="{DDFC9B83-D05F-374E-A685-463796F32BB2}" dt="2024-03-08T15:33:48.022" v="191" actId="478"/>
            <ac:picMkLst>
              <pc:docMk/>
              <pc:sldMasterMk cId="1693028746" sldId="2147483648"/>
              <pc:sldLayoutMk cId="3652869427" sldId="2147483651"/>
              <ac:picMk id="5" creationId="{5AEBF32B-13C4-1B20-1320-414CC3B557AC}"/>
            </ac:picMkLst>
          </pc:picChg>
          <pc:picChg chg="mod">
            <ac:chgData name="Daniela Osorio C." userId="319d936b-4c97-4d05-ad2b-d02721bbec8f" providerId="ADAL" clId="{DDFC9B83-D05F-374E-A685-463796F32BB2}" dt="2024-03-08T15:31:07.260" v="166"/>
            <ac:picMkLst>
              <pc:docMk/>
              <pc:sldMasterMk cId="1693028746" sldId="2147483648"/>
              <pc:sldLayoutMk cId="3652869427" sldId="2147483651"/>
              <ac:picMk id="19" creationId="{2816031D-2FBD-6D3D-C3AA-EDAC01B1B7B3}"/>
            </ac:picMkLst>
          </pc:picChg>
          <pc:picChg chg="add del mod">
            <ac:chgData name="Daniela Osorio C." userId="319d936b-4c97-4d05-ad2b-d02721bbec8f" providerId="ADAL" clId="{DDFC9B83-D05F-374E-A685-463796F32BB2}" dt="2024-03-08T15:33:47.041" v="190" actId="21"/>
            <ac:picMkLst>
              <pc:docMk/>
              <pc:sldMasterMk cId="1693028746" sldId="2147483648"/>
              <pc:sldLayoutMk cId="3652869427" sldId="2147483651"/>
              <ac:picMk id="20" creationId="{27B90405-F1D3-597B-24BB-61EC9ADB08A9}"/>
            </ac:picMkLst>
          </pc:picChg>
          <pc:picChg chg="add mod">
            <ac:chgData name="Daniela Osorio C." userId="319d936b-4c97-4d05-ad2b-d02721bbec8f" providerId="ADAL" clId="{DDFC9B83-D05F-374E-A685-463796F32BB2}" dt="2024-03-08T15:33:54.996" v="193" actId="12789"/>
            <ac:picMkLst>
              <pc:docMk/>
              <pc:sldMasterMk cId="1693028746" sldId="2147483648"/>
              <pc:sldLayoutMk cId="3652869427" sldId="2147483651"/>
              <ac:picMk id="21" creationId="{0B69FBCA-2DDE-9868-06E1-CB4510FB1E1C}"/>
            </ac:picMkLst>
          </pc:picChg>
        </pc:sldLayoutChg>
        <pc:sldLayoutChg chg="addSp delSp modSp mod">
          <pc:chgData name="Daniela Osorio C." userId="319d936b-4c97-4d05-ad2b-d02721bbec8f" providerId="ADAL" clId="{DDFC9B83-D05F-374E-A685-463796F32BB2}" dt="2024-03-08T15:34:13.993" v="223" actId="1037"/>
          <pc:sldLayoutMkLst>
            <pc:docMk/>
            <pc:sldMasterMk cId="1693028746" sldId="2147483648"/>
            <pc:sldLayoutMk cId="1232603797" sldId="2147483653"/>
          </pc:sldLayoutMkLst>
          <pc:spChg chg="add del">
            <ac:chgData name="Daniela Osorio C." userId="319d936b-4c97-4d05-ad2b-d02721bbec8f" providerId="ADAL" clId="{DDFC9B83-D05F-374E-A685-463796F32BB2}" dt="2024-03-08T15:34:07.247" v="197" actId="478"/>
            <ac:spMkLst>
              <pc:docMk/>
              <pc:sldMasterMk cId="1693028746" sldId="2147483648"/>
              <pc:sldLayoutMk cId="1232603797" sldId="2147483653"/>
              <ac:spMk id="2" creationId="{C97BCC7D-6F08-8B7A-0AE6-494B19B085FA}"/>
            </ac:spMkLst>
          </pc:spChg>
          <pc:spChg chg="mod">
            <ac:chgData name="Daniela Osorio C." userId="319d936b-4c97-4d05-ad2b-d02721bbec8f" providerId="ADAL" clId="{DDFC9B83-D05F-374E-A685-463796F32BB2}" dt="2024-03-08T15:31:10.764" v="168"/>
            <ac:spMkLst>
              <pc:docMk/>
              <pc:sldMasterMk cId="1693028746" sldId="2147483648"/>
              <pc:sldLayoutMk cId="1232603797" sldId="2147483653"/>
              <ac:spMk id="4" creationId="{F0FF35D2-A2FC-35AC-0158-8D26446D5854}"/>
            </ac:spMkLst>
          </pc:spChg>
          <pc:spChg chg="mod">
            <ac:chgData name="Daniela Osorio C." userId="319d936b-4c97-4d05-ad2b-d02721bbec8f" providerId="ADAL" clId="{DDFC9B83-D05F-374E-A685-463796F32BB2}" dt="2024-03-08T15:24:04.735" v="10" actId="207"/>
            <ac:spMkLst>
              <pc:docMk/>
              <pc:sldMasterMk cId="1693028746" sldId="2147483648"/>
              <pc:sldLayoutMk cId="1232603797" sldId="2147483653"/>
              <ac:spMk id="6" creationId="{7CFD1A2D-962B-1B2F-8EFE-116133732487}"/>
            </ac:spMkLst>
          </pc:spChg>
          <pc:spChg chg="mod">
            <ac:chgData name="Daniela Osorio C." userId="319d936b-4c97-4d05-ad2b-d02721bbec8f" providerId="ADAL" clId="{DDFC9B83-D05F-374E-A685-463796F32BB2}" dt="2024-03-08T15:31:10.764" v="168"/>
            <ac:spMkLst>
              <pc:docMk/>
              <pc:sldMasterMk cId="1693028746" sldId="2147483648"/>
              <pc:sldLayoutMk cId="1232603797" sldId="2147483653"/>
              <ac:spMk id="15" creationId="{D52EE463-507D-0E89-A698-37B26D93221E}"/>
            </ac:spMkLst>
          </pc:spChg>
          <pc:spChg chg="mod">
            <ac:chgData name="Daniela Osorio C." userId="319d936b-4c97-4d05-ad2b-d02721bbec8f" providerId="ADAL" clId="{DDFC9B83-D05F-374E-A685-463796F32BB2}" dt="2024-03-08T15:23:58.482" v="9" actId="207"/>
            <ac:spMkLst>
              <pc:docMk/>
              <pc:sldMasterMk cId="1693028746" sldId="2147483648"/>
              <pc:sldLayoutMk cId="1232603797" sldId="2147483653"/>
              <ac:spMk id="17" creationId="{C0D8A9F2-7C34-CC0C-4A65-766C6591434E}"/>
            </ac:spMkLst>
          </pc:spChg>
          <pc:spChg chg="mod">
            <ac:chgData name="Daniela Osorio C." userId="319d936b-4c97-4d05-ad2b-d02721bbec8f" providerId="ADAL" clId="{DDFC9B83-D05F-374E-A685-463796F32BB2}" dt="2024-03-08T15:31:10.764" v="168"/>
            <ac:spMkLst>
              <pc:docMk/>
              <pc:sldMasterMk cId="1693028746" sldId="2147483648"/>
              <pc:sldLayoutMk cId="1232603797" sldId="2147483653"/>
              <ac:spMk id="18" creationId="{21FEE031-C875-38D1-5382-9E6E11778AA5}"/>
            </ac:spMkLst>
          </pc:spChg>
          <pc:grpChg chg="add mod">
            <ac:chgData name="Daniela Osorio C." userId="319d936b-4c97-4d05-ad2b-d02721bbec8f" providerId="ADAL" clId="{DDFC9B83-D05F-374E-A685-463796F32BB2}" dt="2024-03-08T15:31:10.764" v="168"/>
            <ac:grpSpMkLst>
              <pc:docMk/>
              <pc:sldMasterMk cId="1693028746" sldId="2147483648"/>
              <pc:sldLayoutMk cId="1232603797" sldId="2147483653"/>
              <ac:grpSpMk id="3" creationId="{427846E3-6C01-4C3F-2624-7CD8517C9846}"/>
            </ac:grpSpMkLst>
          </pc:grpChg>
          <pc:grpChg chg="del">
            <ac:chgData name="Daniela Osorio C." userId="319d936b-4c97-4d05-ad2b-d02721bbec8f" providerId="ADAL" clId="{DDFC9B83-D05F-374E-A685-463796F32BB2}" dt="2024-03-08T15:31:09.987" v="167" actId="478"/>
            <ac:grpSpMkLst>
              <pc:docMk/>
              <pc:sldMasterMk cId="1693028746" sldId="2147483648"/>
              <pc:sldLayoutMk cId="1232603797" sldId="2147483653"/>
              <ac:grpSpMk id="14" creationId="{DBF54666-A2EC-90FE-7052-73357A52AE9A}"/>
            </ac:grpSpMkLst>
          </pc:grpChg>
          <pc:grpChg chg="mod">
            <ac:chgData name="Daniela Osorio C." userId="319d936b-4c97-4d05-ad2b-d02721bbec8f" providerId="ADAL" clId="{DDFC9B83-D05F-374E-A685-463796F32BB2}" dt="2024-03-08T15:31:10.764" v="168"/>
            <ac:grpSpMkLst>
              <pc:docMk/>
              <pc:sldMasterMk cId="1693028746" sldId="2147483648"/>
              <pc:sldLayoutMk cId="1232603797" sldId="2147483653"/>
              <ac:grpSpMk id="16" creationId="{6C83F359-2517-926A-B7D0-D64B0F83FC19}"/>
            </ac:grpSpMkLst>
          </pc:grpChg>
          <pc:picChg chg="del">
            <ac:chgData name="Daniela Osorio C." userId="319d936b-4c97-4d05-ad2b-d02721bbec8f" providerId="ADAL" clId="{DDFC9B83-D05F-374E-A685-463796F32BB2}" dt="2024-03-08T15:34:08.779" v="198" actId="478"/>
            <ac:picMkLst>
              <pc:docMk/>
              <pc:sldMasterMk cId="1693028746" sldId="2147483648"/>
              <pc:sldLayoutMk cId="1232603797" sldId="2147483653"/>
              <ac:picMk id="5" creationId="{5AEBF32B-13C4-1B20-1320-414CC3B557AC}"/>
            </ac:picMkLst>
          </pc:picChg>
          <pc:picChg chg="mod">
            <ac:chgData name="Daniela Osorio C." userId="319d936b-4c97-4d05-ad2b-d02721bbec8f" providerId="ADAL" clId="{DDFC9B83-D05F-374E-A685-463796F32BB2}" dt="2024-03-08T15:31:10.764" v="168"/>
            <ac:picMkLst>
              <pc:docMk/>
              <pc:sldMasterMk cId="1693028746" sldId="2147483648"/>
              <pc:sldLayoutMk cId="1232603797" sldId="2147483653"/>
              <ac:picMk id="19" creationId="{08F0296E-9087-FDE0-9CBF-6E89FE8D4121}"/>
            </ac:picMkLst>
          </pc:picChg>
          <pc:picChg chg="add mod">
            <ac:chgData name="Daniela Osorio C." userId="319d936b-4c97-4d05-ad2b-d02721bbec8f" providerId="ADAL" clId="{DDFC9B83-D05F-374E-A685-463796F32BB2}" dt="2024-03-08T15:34:13.993" v="223" actId="1037"/>
            <ac:picMkLst>
              <pc:docMk/>
              <pc:sldMasterMk cId="1693028746" sldId="2147483648"/>
              <pc:sldLayoutMk cId="1232603797" sldId="2147483653"/>
              <ac:picMk id="20" creationId="{CBAE267F-1329-438D-F8CA-EC5B36496E4E}"/>
            </ac:picMkLst>
          </pc:picChg>
        </pc:sldLayoutChg>
        <pc:sldLayoutChg chg="modSp mod setBg">
          <pc:chgData name="Daniela Osorio C." userId="319d936b-4c97-4d05-ad2b-d02721bbec8f" providerId="ADAL" clId="{DDFC9B83-D05F-374E-A685-463796F32BB2}" dt="2024-03-08T15:38:15.264" v="225"/>
          <pc:sldLayoutMkLst>
            <pc:docMk/>
            <pc:sldMasterMk cId="1693028746" sldId="2147483648"/>
            <pc:sldLayoutMk cId="3557603587" sldId="2147483654"/>
          </pc:sldLayoutMkLst>
          <pc:spChg chg="mod">
            <ac:chgData name="Daniela Osorio C." userId="319d936b-4c97-4d05-ad2b-d02721bbec8f" providerId="ADAL" clId="{DDFC9B83-D05F-374E-A685-463796F32BB2}" dt="2024-03-08T15:23:36.480" v="4" actId="207"/>
            <ac:spMkLst>
              <pc:docMk/>
              <pc:sldMasterMk cId="1693028746" sldId="2147483648"/>
              <pc:sldLayoutMk cId="3557603587" sldId="2147483654"/>
              <ac:spMk id="7" creationId="{40797CDF-FB5B-73C1-E558-E89BA99B7029}"/>
            </ac:spMkLst>
          </pc:spChg>
          <pc:spChg chg="mod">
            <ac:chgData name="Daniela Osorio C." userId="319d936b-4c97-4d05-ad2b-d02721bbec8f" providerId="ADAL" clId="{DDFC9B83-D05F-374E-A685-463796F32BB2}" dt="2024-03-08T15:31:51.950" v="174" actId="207"/>
            <ac:spMkLst>
              <pc:docMk/>
              <pc:sldMasterMk cId="1693028746" sldId="2147483648"/>
              <pc:sldLayoutMk cId="3557603587" sldId="2147483654"/>
              <ac:spMk id="12" creationId="{EF32CCDA-7D4E-CFAF-567E-53011A66186E}"/>
            </ac:spMkLst>
          </pc:spChg>
        </pc:sldLayoutChg>
        <pc:sldLayoutChg chg="modSp mod setBg">
          <pc:chgData name="Daniela Osorio C." userId="319d936b-4c97-4d05-ad2b-d02721bbec8f" providerId="ADAL" clId="{DDFC9B83-D05F-374E-A685-463796F32BB2}" dt="2024-03-08T15:44:36.244" v="232"/>
          <pc:sldLayoutMkLst>
            <pc:docMk/>
            <pc:sldMasterMk cId="1693028746" sldId="2147483648"/>
            <pc:sldLayoutMk cId="787768259" sldId="2147483655"/>
          </pc:sldLayoutMkLst>
          <pc:spChg chg="mod">
            <ac:chgData name="Daniela Osorio C." userId="319d936b-4c97-4d05-ad2b-d02721bbec8f" providerId="ADAL" clId="{DDFC9B83-D05F-374E-A685-463796F32BB2}" dt="2024-03-08T15:23:49.204" v="7" actId="207"/>
            <ac:spMkLst>
              <pc:docMk/>
              <pc:sldMasterMk cId="1693028746" sldId="2147483648"/>
              <pc:sldLayoutMk cId="787768259" sldId="2147483655"/>
              <ac:spMk id="7" creationId="{40797CDF-FB5B-73C1-E558-E89BA99B7029}"/>
            </ac:spMkLst>
          </pc:spChg>
          <pc:spChg chg="mod">
            <ac:chgData name="Daniela Osorio C." userId="319d936b-4c97-4d05-ad2b-d02721bbec8f" providerId="ADAL" clId="{DDFC9B83-D05F-374E-A685-463796F32BB2}" dt="2024-03-08T15:31:48.066" v="173" actId="207"/>
            <ac:spMkLst>
              <pc:docMk/>
              <pc:sldMasterMk cId="1693028746" sldId="2147483648"/>
              <pc:sldLayoutMk cId="787768259" sldId="2147483655"/>
              <ac:spMk id="12" creationId="{EF32CCDA-7D4E-CFAF-567E-53011A66186E}"/>
            </ac:spMkLst>
          </pc:spChg>
        </pc:sldLayoutChg>
        <pc:sldLayoutChg chg="modSp mod setBg">
          <pc:chgData name="Daniela Osorio C." userId="319d936b-4c97-4d05-ad2b-d02721bbec8f" providerId="ADAL" clId="{DDFC9B83-D05F-374E-A685-463796F32BB2}" dt="2024-03-08T15:40:57.969" v="228"/>
          <pc:sldLayoutMkLst>
            <pc:docMk/>
            <pc:sldMasterMk cId="1693028746" sldId="2147483648"/>
            <pc:sldLayoutMk cId="2395459408" sldId="2147483656"/>
          </pc:sldLayoutMkLst>
          <pc:spChg chg="mod">
            <ac:chgData name="Daniela Osorio C." userId="319d936b-4c97-4d05-ad2b-d02721bbec8f" providerId="ADAL" clId="{DDFC9B83-D05F-374E-A685-463796F32BB2}" dt="2024-03-08T15:23:43.961" v="5" actId="207"/>
            <ac:spMkLst>
              <pc:docMk/>
              <pc:sldMasterMk cId="1693028746" sldId="2147483648"/>
              <pc:sldLayoutMk cId="2395459408" sldId="2147483656"/>
              <ac:spMk id="7" creationId="{40797CDF-FB5B-73C1-E558-E89BA99B7029}"/>
            </ac:spMkLst>
          </pc:spChg>
          <pc:spChg chg="mod">
            <ac:chgData name="Daniela Osorio C." userId="319d936b-4c97-4d05-ad2b-d02721bbec8f" providerId="ADAL" clId="{DDFC9B83-D05F-374E-A685-463796F32BB2}" dt="2024-03-08T15:31:37.512" v="171" actId="207"/>
            <ac:spMkLst>
              <pc:docMk/>
              <pc:sldMasterMk cId="1693028746" sldId="2147483648"/>
              <pc:sldLayoutMk cId="2395459408" sldId="2147483656"/>
              <ac:spMk id="12" creationId="{EF32CCDA-7D4E-CFAF-567E-53011A66186E}"/>
            </ac:spMkLst>
          </pc:spChg>
        </pc:sldLayoutChg>
        <pc:sldLayoutChg chg="modSp mod setBg">
          <pc:chgData name="Daniela Osorio C." userId="319d936b-4c97-4d05-ad2b-d02721bbec8f" providerId="ADAL" clId="{DDFC9B83-D05F-374E-A685-463796F32BB2}" dt="2024-03-08T15:42:33.373" v="230"/>
          <pc:sldLayoutMkLst>
            <pc:docMk/>
            <pc:sldMasterMk cId="1693028746" sldId="2147483648"/>
            <pc:sldLayoutMk cId="1558819832" sldId="2147483657"/>
          </pc:sldLayoutMkLst>
          <pc:spChg chg="mod">
            <ac:chgData name="Daniela Osorio C." userId="319d936b-4c97-4d05-ad2b-d02721bbec8f" providerId="ADAL" clId="{DDFC9B83-D05F-374E-A685-463796F32BB2}" dt="2024-03-08T15:23:46.707" v="6" actId="207"/>
            <ac:spMkLst>
              <pc:docMk/>
              <pc:sldMasterMk cId="1693028746" sldId="2147483648"/>
              <pc:sldLayoutMk cId="1558819832" sldId="2147483657"/>
              <ac:spMk id="7" creationId="{40797CDF-FB5B-73C1-E558-E89BA99B7029}"/>
            </ac:spMkLst>
          </pc:spChg>
          <pc:spChg chg="mod">
            <ac:chgData name="Daniela Osorio C." userId="319d936b-4c97-4d05-ad2b-d02721bbec8f" providerId="ADAL" clId="{DDFC9B83-D05F-374E-A685-463796F32BB2}" dt="2024-03-08T15:31:44.700" v="172" actId="207"/>
            <ac:spMkLst>
              <pc:docMk/>
              <pc:sldMasterMk cId="1693028746" sldId="2147483648"/>
              <pc:sldLayoutMk cId="1558819832" sldId="2147483657"/>
              <ac:spMk id="12" creationId="{EF32CCDA-7D4E-CFAF-567E-53011A66186E}"/>
            </ac:spMkLst>
          </pc:spChg>
        </pc:sldLayoutChg>
      </pc:sldMasterChg>
    </pc:docChg>
  </pc:docChgLst>
  <pc:docChgLst>
    <pc:chgData name="Victoria Acevedo D" userId="S::vacevedod@duoc.cl::01935638-6af6-49f9-8b60-071256435a17" providerId="AD" clId="Web-{807EE9B3-826B-CA0C-7F5D-1FC50BE580AD}"/>
    <pc:docChg chg="modSld">
      <pc:chgData name="Victoria Acevedo D" userId="S::vacevedod@duoc.cl::01935638-6af6-49f9-8b60-071256435a17" providerId="AD" clId="Web-{807EE9B3-826B-CA0C-7F5D-1FC50BE580AD}" dt="2024-07-09T22:27:50.302" v="22" actId="20577"/>
      <pc:docMkLst>
        <pc:docMk/>
      </pc:docMkLst>
      <pc:sldChg chg="modSp">
        <pc:chgData name="Victoria Acevedo D" userId="S::vacevedod@duoc.cl::01935638-6af6-49f9-8b60-071256435a17" providerId="AD" clId="Web-{807EE9B3-826B-CA0C-7F5D-1FC50BE580AD}" dt="2024-07-09T22:27:50.302" v="22" actId="20577"/>
        <pc:sldMkLst>
          <pc:docMk/>
          <pc:sldMk cId="317106787" sldId="259"/>
        </pc:sldMkLst>
        <pc:spChg chg="mod">
          <ac:chgData name="Victoria Acevedo D" userId="S::vacevedod@duoc.cl::01935638-6af6-49f9-8b60-071256435a17" providerId="AD" clId="Web-{807EE9B3-826B-CA0C-7F5D-1FC50BE580AD}" dt="2024-07-09T22:27:18.363" v="9" actId="20577"/>
          <ac:spMkLst>
            <pc:docMk/>
            <pc:sldMk cId="317106787" sldId="259"/>
            <ac:spMk id="2" creationId="{5B68A13F-7B0B-4B42-0E11-B6970DE6104B}"/>
          </ac:spMkLst>
        </pc:spChg>
        <pc:spChg chg="mod">
          <ac:chgData name="Victoria Acevedo D" userId="S::vacevedod@duoc.cl::01935638-6af6-49f9-8b60-071256435a17" providerId="AD" clId="Web-{807EE9B3-826B-CA0C-7F5D-1FC50BE580AD}" dt="2024-07-09T22:27:50.302" v="22" actId="20577"/>
          <ac:spMkLst>
            <pc:docMk/>
            <pc:sldMk cId="317106787" sldId="259"/>
            <ac:spMk id="3" creationId="{E4EF0026-D2A1-FEC2-6E09-DE4B8D3DE528}"/>
          </ac:spMkLst>
        </pc:spChg>
      </pc:sldChg>
    </pc:docChg>
  </pc:docChgLst>
  <pc:docChgLst>
    <pc:chgData name="Daniela Osorio C." userId="319d936b-4c97-4d05-ad2b-d02721bbec8f" providerId="ADAL" clId="{27075CD9-67DB-2C4B-A31F-FD11771F2FCB}"/>
    <pc:docChg chg="custSel modMainMaster">
      <pc:chgData name="Daniela Osorio C." userId="319d936b-4c97-4d05-ad2b-d02721bbec8f" providerId="ADAL" clId="{27075CD9-67DB-2C4B-A31F-FD11771F2FCB}" dt="2024-03-15T13:39:13.591" v="28"/>
      <pc:docMkLst>
        <pc:docMk/>
      </pc:docMkLst>
      <pc:sldMasterChg chg="modSldLayout">
        <pc:chgData name="Daniela Osorio C." userId="319d936b-4c97-4d05-ad2b-d02721bbec8f" providerId="ADAL" clId="{27075CD9-67DB-2C4B-A31F-FD11771F2FCB}" dt="2024-03-15T13:39:13.591" v="28"/>
        <pc:sldMasterMkLst>
          <pc:docMk/>
          <pc:sldMasterMk cId="1693028746" sldId="2147483648"/>
        </pc:sldMasterMkLst>
        <pc:sldLayoutChg chg="addSp delSp modSp mod">
          <pc:chgData name="Daniela Osorio C." userId="319d936b-4c97-4d05-ad2b-d02721bbec8f" providerId="ADAL" clId="{27075CD9-67DB-2C4B-A31F-FD11771F2FCB}" dt="2024-03-15T13:39:13.591" v="28"/>
          <pc:sldLayoutMkLst>
            <pc:docMk/>
            <pc:sldMasterMk cId="1693028746" sldId="2147483648"/>
            <pc:sldLayoutMk cId="2606120192" sldId="2147483649"/>
          </pc:sldLayoutMkLst>
          <pc:picChg chg="add del mod">
            <ac:chgData name="Daniela Osorio C." userId="319d936b-4c97-4d05-ad2b-d02721bbec8f" providerId="ADAL" clId="{27075CD9-67DB-2C4B-A31F-FD11771F2FCB}" dt="2024-03-15T13:39:11.956" v="26" actId="21"/>
            <ac:picMkLst>
              <pc:docMk/>
              <pc:sldMasterMk cId="1693028746" sldId="2147483648"/>
              <pc:sldLayoutMk cId="2606120192" sldId="2147483649"/>
              <ac:picMk id="2" creationId="{430EE472-553D-A7F6-F254-55E520F39A22}"/>
            </ac:picMkLst>
          </pc:picChg>
          <pc:picChg chg="del">
            <ac:chgData name="Daniela Osorio C." userId="319d936b-4c97-4d05-ad2b-d02721bbec8f" providerId="ADAL" clId="{27075CD9-67DB-2C4B-A31F-FD11771F2FCB}" dt="2024-03-15T13:39:13.256" v="27" actId="478"/>
            <ac:picMkLst>
              <pc:docMk/>
              <pc:sldMasterMk cId="1693028746" sldId="2147483648"/>
              <pc:sldLayoutMk cId="2606120192" sldId="2147483649"/>
              <ac:picMk id="3" creationId="{3B18511A-ACD9-5BA5-0820-A79B8929F03F}"/>
            </ac:picMkLst>
          </pc:picChg>
          <pc:picChg chg="add mod">
            <ac:chgData name="Daniela Osorio C." userId="319d936b-4c97-4d05-ad2b-d02721bbec8f" providerId="ADAL" clId="{27075CD9-67DB-2C4B-A31F-FD11771F2FCB}" dt="2024-03-15T13:39:13.591" v="28"/>
            <ac:picMkLst>
              <pc:docMk/>
              <pc:sldMasterMk cId="1693028746" sldId="2147483648"/>
              <pc:sldLayoutMk cId="2606120192" sldId="2147483649"/>
              <ac:picMk id="4" creationId="{742F942F-A859-8F5E-EC64-501C5C2715A5}"/>
            </ac:picMkLst>
          </pc:picChg>
        </pc:sldLayoutChg>
      </pc:sldMasterChg>
    </pc:docChg>
  </pc:docChgLst>
  <pc:docChgLst>
    <pc:chgData name="Daniela Osorio C." userId="319d936b-4c97-4d05-ad2b-d02721bbec8f" providerId="ADAL" clId="{8ECFA8A7-1ADB-2841-A8F3-81DA05612E66}"/>
    <pc:docChg chg="custSel modMainMaster">
      <pc:chgData name="Daniela Osorio C." userId="319d936b-4c97-4d05-ad2b-d02721bbec8f" providerId="ADAL" clId="{8ECFA8A7-1ADB-2841-A8F3-81DA05612E66}" dt="2024-03-18T14:15:56.208" v="77"/>
      <pc:docMkLst>
        <pc:docMk/>
      </pc:docMkLst>
      <pc:sldMasterChg chg="modSldLayout">
        <pc:chgData name="Daniela Osorio C." userId="319d936b-4c97-4d05-ad2b-d02721bbec8f" providerId="ADAL" clId="{8ECFA8A7-1ADB-2841-A8F3-81DA05612E66}" dt="2024-03-18T14:15:56.208" v="77"/>
        <pc:sldMasterMkLst>
          <pc:docMk/>
          <pc:sldMasterMk cId="1693028746" sldId="2147483648"/>
        </pc:sldMasterMkLst>
        <pc:sldLayoutChg chg="addSp delSp modSp mod setBg">
          <pc:chgData name="Daniela Osorio C." userId="319d936b-4c97-4d05-ad2b-d02721bbec8f" providerId="ADAL" clId="{8ECFA8A7-1ADB-2841-A8F3-81DA05612E66}" dt="2024-03-15T17:08:55.127" v="33"/>
          <pc:sldLayoutMkLst>
            <pc:docMk/>
            <pc:sldMasterMk cId="1693028746" sldId="2147483648"/>
            <pc:sldLayoutMk cId="2606120192" sldId="2147483649"/>
          </pc:sldLayoutMkLst>
          <pc:spChg chg="mod">
            <ac:chgData name="Daniela Osorio C." userId="319d936b-4c97-4d05-ad2b-d02721bbec8f" providerId="ADAL" clId="{8ECFA8A7-1ADB-2841-A8F3-81DA05612E66}" dt="2024-03-15T17:05:36.788" v="0" actId="207"/>
            <ac:spMkLst>
              <pc:docMk/>
              <pc:sldMasterMk cId="1693028746" sldId="2147483648"/>
              <pc:sldLayoutMk cId="2606120192" sldId="2147483649"/>
              <ac:spMk id="5" creationId="{EA07B88F-3442-88EF-4332-8188DAED77CC}"/>
            </ac:spMkLst>
          </pc:spChg>
          <pc:picChg chg="add del mod">
            <ac:chgData name="Daniela Osorio C." userId="319d936b-4c97-4d05-ad2b-d02721bbec8f" providerId="ADAL" clId="{8ECFA8A7-1ADB-2841-A8F3-81DA05612E66}" dt="2024-03-15T17:07:00.262" v="29" actId="21"/>
            <ac:picMkLst>
              <pc:docMk/>
              <pc:sldMasterMk cId="1693028746" sldId="2147483648"/>
              <pc:sldLayoutMk cId="2606120192" sldId="2147483649"/>
              <ac:picMk id="2" creationId="{DC559FB6-3CD7-6BDE-0124-33A569C49D86}"/>
            </ac:picMkLst>
          </pc:picChg>
          <pc:picChg chg="del">
            <ac:chgData name="Daniela Osorio C." userId="319d936b-4c97-4d05-ad2b-d02721bbec8f" providerId="ADAL" clId="{8ECFA8A7-1ADB-2841-A8F3-81DA05612E66}" dt="2024-03-15T17:07:01.483" v="30" actId="478"/>
            <ac:picMkLst>
              <pc:docMk/>
              <pc:sldMasterMk cId="1693028746" sldId="2147483648"/>
              <pc:sldLayoutMk cId="2606120192" sldId="2147483649"/>
              <ac:picMk id="3" creationId="{61A12591-91D6-657C-6C3C-E0E264F35539}"/>
            </ac:picMkLst>
          </pc:picChg>
          <pc:picChg chg="add mod">
            <ac:chgData name="Daniela Osorio C." userId="319d936b-4c97-4d05-ad2b-d02721bbec8f" providerId="ADAL" clId="{8ECFA8A7-1ADB-2841-A8F3-81DA05612E66}" dt="2024-03-15T17:07:01.791" v="31"/>
            <ac:picMkLst>
              <pc:docMk/>
              <pc:sldMasterMk cId="1693028746" sldId="2147483648"/>
              <pc:sldLayoutMk cId="2606120192" sldId="2147483649"/>
              <ac:picMk id="4" creationId="{952E45F7-DBA7-0067-88AC-2B33C1A8CB98}"/>
            </ac:picMkLst>
          </pc:picChg>
        </pc:sldLayoutChg>
        <pc:sldLayoutChg chg="addSp delSp modSp mod">
          <pc:chgData name="Daniela Osorio C." userId="319d936b-4c97-4d05-ad2b-d02721bbec8f" providerId="ADAL" clId="{8ECFA8A7-1ADB-2841-A8F3-81DA05612E66}" dt="2024-03-15T17:16:10.911" v="61"/>
          <pc:sldLayoutMkLst>
            <pc:docMk/>
            <pc:sldMasterMk cId="1693028746" sldId="2147483648"/>
            <pc:sldLayoutMk cId="4245125461" sldId="2147483650"/>
          </pc:sldLayoutMkLst>
          <pc:spChg chg="mod">
            <ac:chgData name="Daniela Osorio C." userId="319d936b-4c97-4d05-ad2b-d02721bbec8f" providerId="ADAL" clId="{8ECFA8A7-1ADB-2841-A8F3-81DA05612E66}" dt="2024-03-15T17:05:58.427" v="5" actId="207"/>
            <ac:spMkLst>
              <pc:docMk/>
              <pc:sldMasterMk cId="1693028746" sldId="2147483648"/>
              <pc:sldLayoutMk cId="4245125461" sldId="2147483650"/>
              <ac:spMk id="8" creationId="{D4BF3825-8CDE-15D1-473C-F04253CD9789}"/>
            </ac:spMkLst>
          </pc:spChg>
          <pc:picChg chg="add del mod">
            <ac:chgData name="Daniela Osorio C." userId="319d936b-4c97-4d05-ad2b-d02721bbec8f" providerId="ADAL" clId="{8ECFA8A7-1ADB-2841-A8F3-81DA05612E66}" dt="2024-03-15T17:16:09.268" v="59" actId="21"/>
            <ac:picMkLst>
              <pc:docMk/>
              <pc:sldMasterMk cId="1693028746" sldId="2147483648"/>
              <pc:sldLayoutMk cId="4245125461" sldId="2147483650"/>
              <ac:picMk id="2" creationId="{9EEFC615-5166-0659-76F9-5F6055A719CD}"/>
            </ac:picMkLst>
          </pc:picChg>
          <pc:picChg chg="add mod">
            <ac:chgData name="Daniela Osorio C." userId="319d936b-4c97-4d05-ad2b-d02721bbec8f" providerId="ADAL" clId="{8ECFA8A7-1ADB-2841-A8F3-81DA05612E66}" dt="2024-03-15T17:16:10.911" v="61"/>
            <ac:picMkLst>
              <pc:docMk/>
              <pc:sldMasterMk cId="1693028746" sldId="2147483648"/>
              <pc:sldLayoutMk cId="4245125461" sldId="2147483650"/>
              <ac:picMk id="3" creationId="{0B8A2F42-00CA-3BF5-D8D0-4B68FE7E8824}"/>
            </ac:picMkLst>
          </pc:picChg>
          <pc:picChg chg="del">
            <ac:chgData name="Daniela Osorio C." userId="319d936b-4c97-4d05-ad2b-d02721bbec8f" providerId="ADAL" clId="{8ECFA8A7-1ADB-2841-A8F3-81DA05612E66}" dt="2024-03-15T17:16:10.642" v="60" actId="478"/>
            <ac:picMkLst>
              <pc:docMk/>
              <pc:sldMasterMk cId="1693028746" sldId="2147483648"/>
              <pc:sldLayoutMk cId="4245125461" sldId="2147483650"/>
              <ac:picMk id="4" creationId="{4C0BA981-D2ED-A47F-F882-7C7C3B407C17}"/>
            </ac:picMkLst>
          </pc:picChg>
        </pc:sldLayoutChg>
        <pc:sldLayoutChg chg="addSp delSp modSp mod">
          <pc:chgData name="Daniela Osorio C." userId="319d936b-4c97-4d05-ad2b-d02721bbec8f" providerId="ADAL" clId="{8ECFA8A7-1ADB-2841-A8F3-81DA05612E66}" dt="2024-03-15T17:16:33.597" v="69" actId="12789"/>
          <pc:sldLayoutMkLst>
            <pc:docMk/>
            <pc:sldMasterMk cId="1693028746" sldId="2147483648"/>
            <pc:sldLayoutMk cId="3652869427" sldId="2147483651"/>
          </pc:sldLayoutMkLst>
          <pc:spChg chg="mod">
            <ac:chgData name="Daniela Osorio C." userId="319d936b-4c97-4d05-ad2b-d02721bbec8f" providerId="ADAL" clId="{8ECFA8A7-1ADB-2841-A8F3-81DA05612E66}" dt="2024-03-15T17:06:01.805" v="6" actId="207"/>
            <ac:spMkLst>
              <pc:docMk/>
              <pc:sldMasterMk cId="1693028746" sldId="2147483648"/>
              <pc:sldLayoutMk cId="3652869427" sldId="2147483651"/>
              <ac:spMk id="3" creationId="{989D0323-C2ED-C0E8-73FE-BEAB8CFEAEB8}"/>
            </ac:spMkLst>
          </pc:spChg>
          <pc:picChg chg="add del mod">
            <ac:chgData name="Daniela Osorio C." userId="319d936b-4c97-4d05-ad2b-d02721bbec8f" providerId="ADAL" clId="{8ECFA8A7-1ADB-2841-A8F3-81DA05612E66}" dt="2024-03-15T17:16:28.671" v="66" actId="21"/>
            <ac:picMkLst>
              <pc:docMk/>
              <pc:sldMasterMk cId="1693028746" sldId="2147483648"/>
              <pc:sldLayoutMk cId="3652869427" sldId="2147483651"/>
              <ac:picMk id="5" creationId="{A1684719-EFF8-C040-1A37-D9D9410914A3}"/>
            </ac:picMkLst>
          </pc:picChg>
          <pc:picChg chg="add mod">
            <ac:chgData name="Daniela Osorio C." userId="319d936b-4c97-4d05-ad2b-d02721bbec8f" providerId="ADAL" clId="{8ECFA8A7-1ADB-2841-A8F3-81DA05612E66}" dt="2024-03-15T17:16:33.597" v="69" actId="12789"/>
            <ac:picMkLst>
              <pc:docMk/>
              <pc:sldMasterMk cId="1693028746" sldId="2147483648"/>
              <pc:sldLayoutMk cId="3652869427" sldId="2147483651"/>
              <ac:picMk id="9" creationId="{9C188DE4-1C8A-750A-9834-317895F22B2F}"/>
            </ac:picMkLst>
          </pc:picChg>
          <pc:picChg chg="del">
            <ac:chgData name="Daniela Osorio C." userId="319d936b-4c97-4d05-ad2b-d02721bbec8f" providerId="ADAL" clId="{8ECFA8A7-1ADB-2841-A8F3-81DA05612E66}" dt="2024-03-15T17:16:29.871" v="67" actId="478"/>
            <ac:picMkLst>
              <pc:docMk/>
              <pc:sldMasterMk cId="1693028746" sldId="2147483648"/>
              <pc:sldLayoutMk cId="3652869427" sldId="2147483651"/>
              <ac:picMk id="10" creationId="{4506DCC7-0663-88BB-EF7C-AB0097FE2886}"/>
            </ac:picMkLst>
          </pc:picChg>
        </pc:sldLayoutChg>
        <pc:sldLayoutChg chg="addSp delSp modSp mod">
          <pc:chgData name="Daniela Osorio C." userId="319d936b-4c97-4d05-ad2b-d02721bbec8f" providerId="ADAL" clId="{8ECFA8A7-1ADB-2841-A8F3-81DA05612E66}" dt="2024-03-18T14:15:56.208" v="77"/>
          <pc:sldLayoutMkLst>
            <pc:docMk/>
            <pc:sldMasterMk cId="1693028746" sldId="2147483648"/>
            <pc:sldLayoutMk cId="3491390222" sldId="2147483652"/>
          </pc:sldLayoutMkLst>
          <pc:grpChg chg="add mod">
            <ac:chgData name="Daniela Osorio C." userId="319d936b-4c97-4d05-ad2b-d02721bbec8f" providerId="ADAL" clId="{8ECFA8A7-1ADB-2841-A8F3-81DA05612E66}" dt="2024-03-18T14:15:56.208" v="77"/>
            <ac:grpSpMkLst>
              <pc:docMk/>
              <pc:sldMasterMk cId="1693028746" sldId="2147483648"/>
              <pc:sldLayoutMk cId="3491390222" sldId="2147483652"/>
              <ac:grpSpMk id="2" creationId="{9F91E6D1-21AD-8149-634F-39874CDDB05F}"/>
            </ac:grpSpMkLst>
          </pc:grpChg>
          <pc:picChg chg="mod">
            <ac:chgData name="Daniela Osorio C." userId="319d936b-4c97-4d05-ad2b-d02721bbec8f" providerId="ADAL" clId="{8ECFA8A7-1ADB-2841-A8F3-81DA05612E66}" dt="2024-03-18T14:15:56.208" v="77"/>
            <ac:picMkLst>
              <pc:docMk/>
              <pc:sldMasterMk cId="1693028746" sldId="2147483648"/>
              <pc:sldLayoutMk cId="3491390222" sldId="2147483652"/>
              <ac:picMk id="3" creationId="{5C7F6159-27FC-D37D-6948-67F8EE366ACB}"/>
            </ac:picMkLst>
          </pc:picChg>
          <pc:picChg chg="mod">
            <ac:chgData name="Daniela Osorio C." userId="319d936b-4c97-4d05-ad2b-d02721bbec8f" providerId="ADAL" clId="{8ECFA8A7-1ADB-2841-A8F3-81DA05612E66}" dt="2024-03-18T14:15:56.208" v="77"/>
            <ac:picMkLst>
              <pc:docMk/>
              <pc:sldMasterMk cId="1693028746" sldId="2147483648"/>
              <pc:sldLayoutMk cId="3491390222" sldId="2147483652"/>
              <ac:picMk id="4" creationId="{3051E8F7-021B-497B-A676-8142240D8E84}"/>
            </ac:picMkLst>
          </pc:picChg>
          <pc:picChg chg="add mod">
            <ac:chgData name="Daniela Osorio C." userId="319d936b-4c97-4d05-ad2b-d02721bbec8f" providerId="ADAL" clId="{8ECFA8A7-1ADB-2841-A8F3-81DA05612E66}" dt="2024-03-18T14:15:56.208" v="77"/>
            <ac:picMkLst>
              <pc:docMk/>
              <pc:sldMasterMk cId="1693028746" sldId="2147483648"/>
              <pc:sldLayoutMk cId="3491390222" sldId="2147483652"/>
              <ac:picMk id="5" creationId="{BA44E097-D359-D78B-4054-E34A9D1A9706}"/>
            </ac:picMkLst>
          </pc:picChg>
          <pc:picChg chg="del">
            <ac:chgData name="Daniela Osorio C." userId="319d936b-4c97-4d05-ad2b-d02721bbec8f" providerId="ADAL" clId="{8ECFA8A7-1ADB-2841-A8F3-81DA05612E66}" dt="2024-03-18T14:15:53.807" v="75" actId="478"/>
            <ac:picMkLst>
              <pc:docMk/>
              <pc:sldMasterMk cId="1693028746" sldId="2147483648"/>
              <pc:sldLayoutMk cId="3491390222" sldId="2147483652"/>
              <ac:picMk id="7" creationId="{A142B975-FA57-12A7-9DE9-D7A4B6DA842E}"/>
            </ac:picMkLst>
          </pc:picChg>
          <pc:picChg chg="del">
            <ac:chgData name="Daniela Osorio C." userId="319d936b-4c97-4d05-ad2b-d02721bbec8f" providerId="ADAL" clId="{8ECFA8A7-1ADB-2841-A8F3-81DA05612E66}" dt="2024-03-18T14:15:55.258" v="76" actId="478"/>
            <ac:picMkLst>
              <pc:docMk/>
              <pc:sldMasterMk cId="1693028746" sldId="2147483648"/>
              <pc:sldLayoutMk cId="3491390222" sldId="2147483652"/>
              <ac:picMk id="8" creationId="{E470050E-A56E-B6C4-B9E0-1BC0CC5F9241}"/>
            </ac:picMkLst>
          </pc:picChg>
        </pc:sldLayoutChg>
        <pc:sldLayoutChg chg="addSp delSp modSp mod">
          <pc:chgData name="Daniela Osorio C." userId="319d936b-4c97-4d05-ad2b-d02721bbec8f" providerId="ADAL" clId="{8ECFA8A7-1ADB-2841-A8F3-81DA05612E66}" dt="2024-03-15T17:16:43.345" v="74"/>
          <pc:sldLayoutMkLst>
            <pc:docMk/>
            <pc:sldMasterMk cId="1693028746" sldId="2147483648"/>
            <pc:sldLayoutMk cId="1232603797" sldId="2147483653"/>
          </pc:sldLayoutMkLst>
          <pc:spChg chg="mod">
            <ac:chgData name="Daniela Osorio C." userId="319d936b-4c97-4d05-ad2b-d02721bbec8f" providerId="ADAL" clId="{8ECFA8A7-1ADB-2841-A8F3-81DA05612E66}" dt="2024-03-15T17:06:05.920" v="7" actId="207"/>
            <ac:spMkLst>
              <pc:docMk/>
              <pc:sldMasterMk cId="1693028746" sldId="2147483648"/>
              <pc:sldLayoutMk cId="1232603797" sldId="2147483653"/>
              <ac:spMk id="6" creationId="{7CFD1A2D-962B-1B2F-8EFE-116133732487}"/>
            </ac:spMkLst>
          </pc:spChg>
          <pc:spChg chg="mod">
            <ac:chgData name="Daniela Osorio C." userId="319d936b-4c97-4d05-ad2b-d02721bbec8f" providerId="ADAL" clId="{8ECFA8A7-1ADB-2841-A8F3-81DA05612E66}" dt="2024-03-15T17:06:05.920" v="7" actId="207"/>
            <ac:spMkLst>
              <pc:docMk/>
              <pc:sldMasterMk cId="1693028746" sldId="2147483648"/>
              <pc:sldLayoutMk cId="1232603797" sldId="2147483653"/>
              <ac:spMk id="17" creationId="{C0D8A9F2-7C34-CC0C-4A65-766C6591434E}"/>
            </ac:spMkLst>
          </pc:spChg>
          <pc:picChg chg="add del mod">
            <ac:chgData name="Daniela Osorio C." userId="319d936b-4c97-4d05-ad2b-d02721bbec8f" providerId="ADAL" clId="{8ECFA8A7-1ADB-2841-A8F3-81DA05612E66}" dt="2024-03-15T17:16:41.843" v="72" actId="21"/>
            <ac:picMkLst>
              <pc:docMk/>
              <pc:sldMasterMk cId="1693028746" sldId="2147483648"/>
              <pc:sldLayoutMk cId="1232603797" sldId="2147483653"/>
              <ac:picMk id="5" creationId="{90BAB172-E0A2-D0E4-8E2F-50FECB2A1E32}"/>
            </ac:picMkLst>
          </pc:picChg>
          <pc:picChg chg="add mod">
            <ac:chgData name="Daniela Osorio C." userId="319d936b-4c97-4d05-ad2b-d02721bbec8f" providerId="ADAL" clId="{8ECFA8A7-1ADB-2841-A8F3-81DA05612E66}" dt="2024-03-15T17:16:43.345" v="74"/>
            <ac:picMkLst>
              <pc:docMk/>
              <pc:sldMasterMk cId="1693028746" sldId="2147483648"/>
              <pc:sldLayoutMk cId="1232603797" sldId="2147483653"/>
              <ac:picMk id="9" creationId="{533ECC16-DB92-D7AB-25D1-63F1F6931CD4}"/>
            </ac:picMkLst>
          </pc:picChg>
          <pc:picChg chg="del">
            <ac:chgData name="Daniela Osorio C." userId="319d936b-4c97-4d05-ad2b-d02721bbec8f" providerId="ADAL" clId="{8ECFA8A7-1ADB-2841-A8F3-81DA05612E66}" dt="2024-03-15T17:16:43.084" v="73" actId="478"/>
            <ac:picMkLst>
              <pc:docMk/>
              <pc:sldMasterMk cId="1693028746" sldId="2147483648"/>
              <pc:sldLayoutMk cId="1232603797" sldId="2147483653"/>
              <ac:picMk id="10" creationId="{7364F9B6-661D-6260-D937-4737ACFD530A}"/>
            </ac:picMkLst>
          </pc:picChg>
        </pc:sldLayoutChg>
        <pc:sldLayoutChg chg="modSp mod setBg">
          <pc:chgData name="Daniela Osorio C." userId="319d936b-4c97-4d05-ad2b-d02721bbec8f" providerId="ADAL" clId="{8ECFA8A7-1ADB-2841-A8F3-81DA05612E66}" dt="2024-03-15T17:11:04.862" v="35"/>
          <pc:sldLayoutMkLst>
            <pc:docMk/>
            <pc:sldMasterMk cId="1693028746" sldId="2147483648"/>
            <pc:sldLayoutMk cId="3557603587" sldId="2147483654"/>
          </pc:sldLayoutMkLst>
          <pc:spChg chg="mod">
            <ac:chgData name="Daniela Osorio C." userId="319d936b-4c97-4d05-ad2b-d02721bbec8f" providerId="ADAL" clId="{8ECFA8A7-1ADB-2841-A8F3-81DA05612E66}" dt="2024-03-15T17:05:41.448" v="1" actId="207"/>
            <ac:spMkLst>
              <pc:docMk/>
              <pc:sldMasterMk cId="1693028746" sldId="2147483648"/>
              <pc:sldLayoutMk cId="3557603587" sldId="2147483654"/>
              <ac:spMk id="7" creationId="{40797CDF-FB5B-73C1-E558-E89BA99B7029}"/>
            </ac:spMkLst>
          </pc:spChg>
          <pc:spChg chg="mod">
            <ac:chgData name="Daniela Osorio C." userId="319d936b-4c97-4d05-ad2b-d02721bbec8f" providerId="ADAL" clId="{8ECFA8A7-1ADB-2841-A8F3-81DA05612E66}" dt="2024-03-15T17:05:41.448" v="1" actId="207"/>
            <ac:spMkLst>
              <pc:docMk/>
              <pc:sldMasterMk cId="1693028746" sldId="2147483648"/>
              <pc:sldLayoutMk cId="3557603587" sldId="2147483654"/>
              <ac:spMk id="12" creationId="{EF32CCDA-7D4E-CFAF-567E-53011A66186E}"/>
            </ac:spMkLst>
          </pc:spChg>
        </pc:sldLayoutChg>
        <pc:sldLayoutChg chg="modSp mod setBg">
          <pc:chgData name="Daniela Osorio C." userId="319d936b-4c97-4d05-ad2b-d02721bbec8f" providerId="ADAL" clId="{8ECFA8A7-1ADB-2841-A8F3-81DA05612E66}" dt="2024-03-15T17:15:34.424" v="41"/>
          <pc:sldLayoutMkLst>
            <pc:docMk/>
            <pc:sldMasterMk cId="1693028746" sldId="2147483648"/>
            <pc:sldLayoutMk cId="787768259" sldId="2147483655"/>
          </pc:sldLayoutMkLst>
          <pc:spChg chg="mod">
            <ac:chgData name="Daniela Osorio C." userId="319d936b-4c97-4d05-ad2b-d02721bbec8f" providerId="ADAL" clId="{8ECFA8A7-1ADB-2841-A8F3-81DA05612E66}" dt="2024-03-15T17:05:53.949" v="4" actId="207"/>
            <ac:spMkLst>
              <pc:docMk/>
              <pc:sldMasterMk cId="1693028746" sldId="2147483648"/>
              <pc:sldLayoutMk cId="787768259" sldId="2147483655"/>
              <ac:spMk id="7" creationId="{40797CDF-FB5B-73C1-E558-E89BA99B7029}"/>
            </ac:spMkLst>
          </pc:spChg>
          <pc:spChg chg="mod">
            <ac:chgData name="Daniela Osorio C." userId="319d936b-4c97-4d05-ad2b-d02721bbec8f" providerId="ADAL" clId="{8ECFA8A7-1ADB-2841-A8F3-81DA05612E66}" dt="2024-03-15T17:05:53.949" v="4" actId="207"/>
            <ac:spMkLst>
              <pc:docMk/>
              <pc:sldMasterMk cId="1693028746" sldId="2147483648"/>
              <pc:sldLayoutMk cId="787768259" sldId="2147483655"/>
              <ac:spMk id="12" creationId="{EF32CCDA-7D4E-CFAF-567E-53011A66186E}"/>
            </ac:spMkLst>
          </pc:spChg>
        </pc:sldLayoutChg>
        <pc:sldLayoutChg chg="modSp mod setBg">
          <pc:chgData name="Daniela Osorio C." userId="319d936b-4c97-4d05-ad2b-d02721bbec8f" providerId="ADAL" clId="{8ECFA8A7-1ADB-2841-A8F3-81DA05612E66}" dt="2024-03-15T17:12:26.585" v="37"/>
          <pc:sldLayoutMkLst>
            <pc:docMk/>
            <pc:sldMasterMk cId="1693028746" sldId="2147483648"/>
            <pc:sldLayoutMk cId="2395459408" sldId="2147483656"/>
          </pc:sldLayoutMkLst>
          <pc:spChg chg="mod">
            <ac:chgData name="Daniela Osorio C." userId="319d936b-4c97-4d05-ad2b-d02721bbec8f" providerId="ADAL" clId="{8ECFA8A7-1ADB-2841-A8F3-81DA05612E66}" dt="2024-03-15T17:05:45.322" v="2" actId="207"/>
            <ac:spMkLst>
              <pc:docMk/>
              <pc:sldMasterMk cId="1693028746" sldId="2147483648"/>
              <pc:sldLayoutMk cId="2395459408" sldId="2147483656"/>
              <ac:spMk id="7" creationId="{40797CDF-FB5B-73C1-E558-E89BA99B7029}"/>
            </ac:spMkLst>
          </pc:spChg>
          <pc:spChg chg="mod">
            <ac:chgData name="Daniela Osorio C." userId="319d936b-4c97-4d05-ad2b-d02721bbec8f" providerId="ADAL" clId="{8ECFA8A7-1ADB-2841-A8F3-81DA05612E66}" dt="2024-03-15T17:05:45.322" v="2" actId="207"/>
            <ac:spMkLst>
              <pc:docMk/>
              <pc:sldMasterMk cId="1693028746" sldId="2147483648"/>
              <pc:sldLayoutMk cId="2395459408" sldId="2147483656"/>
              <ac:spMk id="12" creationId="{EF32CCDA-7D4E-CFAF-567E-53011A66186E}"/>
            </ac:spMkLst>
          </pc:spChg>
        </pc:sldLayoutChg>
        <pc:sldLayoutChg chg="modSp mod setBg">
          <pc:chgData name="Daniela Osorio C." userId="319d936b-4c97-4d05-ad2b-d02721bbec8f" providerId="ADAL" clId="{8ECFA8A7-1ADB-2841-A8F3-81DA05612E66}" dt="2024-03-15T17:15:22.719" v="39"/>
          <pc:sldLayoutMkLst>
            <pc:docMk/>
            <pc:sldMasterMk cId="1693028746" sldId="2147483648"/>
            <pc:sldLayoutMk cId="1558819832" sldId="2147483657"/>
          </pc:sldLayoutMkLst>
          <pc:spChg chg="mod">
            <ac:chgData name="Daniela Osorio C." userId="319d936b-4c97-4d05-ad2b-d02721bbec8f" providerId="ADAL" clId="{8ECFA8A7-1ADB-2841-A8F3-81DA05612E66}" dt="2024-03-15T17:05:50.282" v="3" actId="207"/>
            <ac:spMkLst>
              <pc:docMk/>
              <pc:sldMasterMk cId="1693028746" sldId="2147483648"/>
              <pc:sldLayoutMk cId="1558819832" sldId="2147483657"/>
              <ac:spMk id="7" creationId="{40797CDF-FB5B-73C1-E558-E89BA99B7029}"/>
            </ac:spMkLst>
          </pc:spChg>
          <pc:spChg chg="mod">
            <ac:chgData name="Daniela Osorio C." userId="319d936b-4c97-4d05-ad2b-d02721bbec8f" providerId="ADAL" clId="{8ECFA8A7-1ADB-2841-A8F3-81DA05612E66}" dt="2024-03-15T17:05:50.282" v="3" actId="207"/>
            <ac:spMkLst>
              <pc:docMk/>
              <pc:sldMasterMk cId="1693028746" sldId="2147483648"/>
              <pc:sldLayoutMk cId="1558819832" sldId="2147483657"/>
              <ac:spMk id="12" creationId="{EF32CCDA-7D4E-CFAF-567E-53011A66186E}"/>
            </ac:spMkLst>
          </pc:spChg>
        </pc:sldLayoutChg>
      </pc:sldMasterChg>
    </pc:docChg>
  </pc:docChgLst>
  <pc:docChgLst>
    <pc:chgData name="Victoria Acevedo D" userId="S::vacevedod@duoc.cl::01935638-6af6-49f9-8b60-071256435a17" providerId="AD" clId="Web-{4D499531-AFE8-F35C-947F-43D0D0F34A96}"/>
    <pc:docChg chg="modSld">
      <pc:chgData name="Victoria Acevedo D" userId="S::vacevedod@duoc.cl::01935638-6af6-49f9-8b60-071256435a17" providerId="AD" clId="Web-{4D499531-AFE8-F35C-947F-43D0D0F34A96}" dt="2024-06-03T01:03:25.886" v="2" actId="20577"/>
      <pc:docMkLst>
        <pc:docMk/>
      </pc:docMkLst>
      <pc:sldChg chg="modSp">
        <pc:chgData name="Victoria Acevedo D" userId="S::vacevedod@duoc.cl::01935638-6af6-49f9-8b60-071256435a17" providerId="AD" clId="Web-{4D499531-AFE8-F35C-947F-43D0D0F34A96}" dt="2024-06-03T01:03:25.886" v="2" actId="20577"/>
        <pc:sldMkLst>
          <pc:docMk/>
          <pc:sldMk cId="130920155" sldId="272"/>
        </pc:sldMkLst>
        <pc:spChg chg="mod">
          <ac:chgData name="Victoria Acevedo D" userId="S::vacevedod@duoc.cl::01935638-6af6-49f9-8b60-071256435a17" providerId="AD" clId="Web-{4D499531-AFE8-F35C-947F-43D0D0F34A96}" dt="2024-06-03T01:03:25.886" v="2" actId="20577"/>
          <ac:spMkLst>
            <pc:docMk/>
            <pc:sldMk cId="130920155" sldId="272"/>
            <ac:spMk id="2" creationId="{EADDA3FC-36B2-5E48-53A8-51083BBEE302}"/>
          </ac:spMkLst>
        </pc:spChg>
      </pc:sldChg>
    </pc:docChg>
  </pc:docChgLst>
  <pc:docChgLst>
    <pc:chgData name="Daniela Osorio C." userId="319d936b-4c97-4d05-ad2b-d02721bbec8f" providerId="ADAL" clId="{E8204165-5A88-7041-B173-F49F8E46C51D}"/>
    <pc:docChg chg="undo custSel modMainMaster">
      <pc:chgData name="Daniela Osorio C." userId="319d936b-4c97-4d05-ad2b-d02721bbec8f" providerId="ADAL" clId="{E8204165-5A88-7041-B173-F49F8E46C51D}" dt="2024-03-11T15:35:32.988" v="54"/>
      <pc:docMkLst>
        <pc:docMk/>
      </pc:docMkLst>
      <pc:sldMasterChg chg="modSldLayout">
        <pc:chgData name="Daniela Osorio C." userId="319d936b-4c97-4d05-ad2b-d02721bbec8f" providerId="ADAL" clId="{E8204165-5A88-7041-B173-F49F8E46C51D}" dt="2024-03-11T15:35:32.988" v="54"/>
        <pc:sldMasterMkLst>
          <pc:docMk/>
          <pc:sldMasterMk cId="1693028746" sldId="2147483648"/>
        </pc:sldMasterMkLst>
        <pc:sldLayoutChg chg="modSp mod setBg">
          <pc:chgData name="Daniela Osorio C." userId="319d936b-4c97-4d05-ad2b-d02721bbec8f" providerId="ADAL" clId="{E8204165-5A88-7041-B173-F49F8E46C51D}" dt="2024-03-08T15:54:37.218" v="2" actId="207"/>
          <pc:sldLayoutMkLst>
            <pc:docMk/>
            <pc:sldMasterMk cId="1693028746" sldId="2147483648"/>
            <pc:sldLayoutMk cId="2606120192" sldId="2147483649"/>
          </pc:sldLayoutMkLst>
          <pc:spChg chg="mod">
            <ac:chgData name="Daniela Osorio C." userId="319d936b-4c97-4d05-ad2b-d02721bbec8f" providerId="ADAL" clId="{E8204165-5A88-7041-B173-F49F8E46C51D}" dt="2024-03-08T15:54:37.218" v="2" actId="207"/>
            <ac:spMkLst>
              <pc:docMk/>
              <pc:sldMasterMk cId="1693028746" sldId="2147483648"/>
              <pc:sldLayoutMk cId="2606120192" sldId="2147483649"/>
              <ac:spMk id="5" creationId="{EA07B88F-3442-88EF-4332-8188DAED77CC}"/>
            </ac:spMkLst>
          </pc:spChg>
        </pc:sldLayoutChg>
        <pc:sldLayoutChg chg="addSp delSp modSp mod">
          <pc:chgData name="Daniela Osorio C." userId="319d936b-4c97-4d05-ad2b-d02721bbec8f" providerId="ADAL" clId="{E8204165-5A88-7041-B173-F49F8E46C51D}" dt="2024-03-08T15:57:08.671" v="46" actId="478"/>
          <pc:sldLayoutMkLst>
            <pc:docMk/>
            <pc:sldMasterMk cId="1693028746" sldId="2147483648"/>
            <pc:sldLayoutMk cId="4245125461" sldId="2147483650"/>
          </pc:sldLayoutMkLst>
          <pc:spChg chg="mod">
            <ac:chgData name="Daniela Osorio C." userId="319d936b-4c97-4d05-ad2b-d02721bbec8f" providerId="ADAL" clId="{E8204165-5A88-7041-B173-F49F8E46C51D}" dt="2024-03-08T15:55:19.370" v="9" actId="207"/>
            <ac:spMkLst>
              <pc:docMk/>
              <pc:sldMasterMk cId="1693028746" sldId="2147483648"/>
              <pc:sldLayoutMk cId="4245125461" sldId="2147483650"/>
              <ac:spMk id="8" creationId="{D4BF3825-8CDE-15D1-473C-F04253CD9789}"/>
            </ac:spMkLst>
          </pc:spChg>
          <pc:picChg chg="del">
            <ac:chgData name="Daniela Osorio C." userId="319d936b-4c97-4d05-ad2b-d02721bbec8f" providerId="ADAL" clId="{E8204165-5A88-7041-B173-F49F8E46C51D}" dt="2024-03-08T15:57:08.671" v="46" actId="478"/>
            <ac:picMkLst>
              <pc:docMk/>
              <pc:sldMasterMk cId="1693028746" sldId="2147483648"/>
              <pc:sldLayoutMk cId="4245125461" sldId="2147483650"/>
              <ac:picMk id="2" creationId="{DEA467AA-B426-6E6D-D124-E46F0B3F61A9}"/>
            </ac:picMkLst>
          </pc:picChg>
          <pc:picChg chg="add mod">
            <ac:chgData name="Daniela Osorio C." userId="319d936b-4c97-4d05-ad2b-d02721bbec8f" providerId="ADAL" clId="{E8204165-5A88-7041-B173-F49F8E46C51D}" dt="2024-03-08T15:57:07.500" v="45" actId="1076"/>
            <ac:picMkLst>
              <pc:docMk/>
              <pc:sldMasterMk cId="1693028746" sldId="2147483648"/>
              <pc:sldLayoutMk cId="4245125461" sldId="2147483650"/>
              <ac:picMk id="3" creationId="{095DA7AA-50CC-BFDF-FC83-D23DB7396ABA}"/>
            </ac:picMkLst>
          </pc:picChg>
        </pc:sldLayoutChg>
        <pc:sldLayoutChg chg="addSp delSp modSp mod">
          <pc:chgData name="Daniela Osorio C." userId="319d936b-4c97-4d05-ad2b-d02721bbec8f" providerId="ADAL" clId="{E8204165-5A88-7041-B173-F49F8E46C51D}" dt="2024-03-08T15:56:35.109" v="39" actId="12789"/>
          <pc:sldLayoutMkLst>
            <pc:docMk/>
            <pc:sldMasterMk cId="1693028746" sldId="2147483648"/>
            <pc:sldLayoutMk cId="3652869427" sldId="2147483651"/>
          </pc:sldLayoutMkLst>
          <pc:spChg chg="mod">
            <ac:chgData name="Daniela Osorio C." userId="319d936b-4c97-4d05-ad2b-d02721bbec8f" providerId="ADAL" clId="{E8204165-5A88-7041-B173-F49F8E46C51D}" dt="2024-03-08T15:56:15.833" v="31" actId="1076"/>
            <ac:spMkLst>
              <pc:docMk/>
              <pc:sldMasterMk cId="1693028746" sldId="2147483648"/>
              <pc:sldLayoutMk cId="3652869427" sldId="2147483651"/>
              <ac:spMk id="2" creationId="{C97BCC7D-6F08-8B7A-0AE6-494B19B085FA}"/>
            </ac:spMkLst>
          </pc:spChg>
          <pc:spChg chg="mod">
            <ac:chgData name="Daniela Osorio C." userId="319d936b-4c97-4d05-ad2b-d02721bbec8f" providerId="ADAL" clId="{E8204165-5A88-7041-B173-F49F8E46C51D}" dt="2024-03-08T15:55:23.589" v="11" actId="207"/>
            <ac:spMkLst>
              <pc:docMk/>
              <pc:sldMasterMk cId="1693028746" sldId="2147483648"/>
              <pc:sldLayoutMk cId="3652869427" sldId="2147483651"/>
              <ac:spMk id="3" creationId="{989D0323-C2ED-C0E8-73FE-BEAB8CFEAEB8}"/>
            </ac:spMkLst>
          </pc:spChg>
          <pc:picChg chg="add mod">
            <ac:chgData name="Daniela Osorio C." userId="319d936b-4c97-4d05-ad2b-d02721bbec8f" providerId="ADAL" clId="{E8204165-5A88-7041-B173-F49F8E46C51D}" dt="2024-03-08T15:56:35.109" v="39" actId="12789"/>
            <ac:picMkLst>
              <pc:docMk/>
              <pc:sldMasterMk cId="1693028746" sldId="2147483648"/>
              <pc:sldLayoutMk cId="3652869427" sldId="2147483651"/>
              <ac:picMk id="5" creationId="{DFA3C3F2-3755-9BD8-9640-604AB2195B6E}"/>
            </ac:picMkLst>
          </pc:picChg>
          <pc:picChg chg="add del">
            <ac:chgData name="Daniela Osorio C." userId="319d936b-4c97-4d05-ad2b-d02721bbec8f" providerId="ADAL" clId="{E8204165-5A88-7041-B173-F49F8E46C51D}" dt="2024-03-08T15:56:24.818" v="35" actId="478"/>
            <ac:picMkLst>
              <pc:docMk/>
              <pc:sldMasterMk cId="1693028746" sldId="2147483648"/>
              <pc:sldLayoutMk cId="3652869427" sldId="2147483651"/>
              <ac:picMk id="21" creationId="{0B69FBCA-2DDE-9868-06E1-CB4510FB1E1C}"/>
            </ac:picMkLst>
          </pc:picChg>
        </pc:sldLayoutChg>
        <pc:sldLayoutChg chg="addSp delSp modSp mod">
          <pc:chgData name="Daniela Osorio C." userId="319d936b-4c97-4d05-ad2b-d02721bbec8f" providerId="ADAL" clId="{E8204165-5A88-7041-B173-F49F8E46C51D}" dt="2024-03-08T15:56:09.650" v="28"/>
          <pc:sldLayoutMkLst>
            <pc:docMk/>
            <pc:sldMasterMk cId="1693028746" sldId="2147483648"/>
            <pc:sldLayoutMk cId="1232603797" sldId="2147483653"/>
          </pc:sldLayoutMkLst>
          <pc:spChg chg="mod">
            <ac:chgData name="Daniela Osorio C." userId="319d936b-4c97-4d05-ad2b-d02721bbec8f" providerId="ADAL" clId="{E8204165-5A88-7041-B173-F49F8E46C51D}" dt="2024-03-08T15:55:28.615" v="12" actId="207"/>
            <ac:spMkLst>
              <pc:docMk/>
              <pc:sldMasterMk cId="1693028746" sldId="2147483648"/>
              <pc:sldLayoutMk cId="1232603797" sldId="2147483653"/>
              <ac:spMk id="6" creationId="{7CFD1A2D-962B-1B2F-8EFE-116133732487}"/>
            </ac:spMkLst>
          </pc:spChg>
          <pc:spChg chg="mod">
            <ac:chgData name="Daniela Osorio C." userId="319d936b-4c97-4d05-ad2b-d02721bbec8f" providerId="ADAL" clId="{E8204165-5A88-7041-B173-F49F8E46C51D}" dt="2024-03-08T15:55:28.615" v="12" actId="207"/>
            <ac:spMkLst>
              <pc:docMk/>
              <pc:sldMasterMk cId="1693028746" sldId="2147483648"/>
              <pc:sldLayoutMk cId="1232603797" sldId="2147483653"/>
              <ac:spMk id="17" creationId="{C0D8A9F2-7C34-CC0C-4A65-766C6591434E}"/>
            </ac:spMkLst>
          </pc:spChg>
          <pc:picChg chg="add del mod">
            <ac:chgData name="Daniela Osorio C." userId="319d936b-4c97-4d05-ad2b-d02721bbec8f" providerId="ADAL" clId="{E8204165-5A88-7041-B173-F49F8E46C51D}" dt="2024-03-08T15:56:04.808" v="26" actId="21"/>
            <ac:picMkLst>
              <pc:docMk/>
              <pc:sldMasterMk cId="1693028746" sldId="2147483648"/>
              <pc:sldLayoutMk cId="1232603797" sldId="2147483653"/>
              <ac:picMk id="5" creationId="{CECD71EB-03B2-835D-1388-2E420F70A70C}"/>
            </ac:picMkLst>
          </pc:picChg>
          <pc:picChg chg="add mod">
            <ac:chgData name="Daniela Osorio C." userId="319d936b-4c97-4d05-ad2b-d02721bbec8f" providerId="ADAL" clId="{E8204165-5A88-7041-B173-F49F8E46C51D}" dt="2024-03-08T15:56:09.650" v="28"/>
            <ac:picMkLst>
              <pc:docMk/>
              <pc:sldMasterMk cId="1693028746" sldId="2147483648"/>
              <pc:sldLayoutMk cId="1232603797" sldId="2147483653"/>
              <ac:picMk id="9" creationId="{DFDD4C65-CEFB-09B5-8FC8-4A1550C94AA4}"/>
            </ac:picMkLst>
          </pc:picChg>
          <pc:picChg chg="del">
            <ac:chgData name="Daniela Osorio C." userId="319d936b-4c97-4d05-ad2b-d02721bbec8f" providerId="ADAL" clId="{E8204165-5A88-7041-B173-F49F8E46C51D}" dt="2024-03-08T15:56:09.236" v="27" actId="478"/>
            <ac:picMkLst>
              <pc:docMk/>
              <pc:sldMasterMk cId="1693028746" sldId="2147483648"/>
              <pc:sldLayoutMk cId="1232603797" sldId="2147483653"/>
              <ac:picMk id="20" creationId="{CBAE267F-1329-438D-F8CA-EC5B36496E4E}"/>
            </ac:picMkLst>
          </pc:picChg>
        </pc:sldLayoutChg>
        <pc:sldLayoutChg chg="modSp mod setBg">
          <pc:chgData name="Daniela Osorio C." userId="319d936b-4c97-4d05-ad2b-d02721bbec8f" providerId="ADAL" clId="{E8204165-5A88-7041-B173-F49F8E46C51D}" dt="2024-03-08T15:59:08.198" v="48"/>
          <pc:sldLayoutMkLst>
            <pc:docMk/>
            <pc:sldMasterMk cId="1693028746" sldId="2147483648"/>
            <pc:sldLayoutMk cId="3557603587" sldId="2147483654"/>
          </pc:sldLayoutMkLst>
          <pc:spChg chg="mod">
            <ac:chgData name="Daniela Osorio C." userId="319d936b-4c97-4d05-ad2b-d02721bbec8f" providerId="ADAL" clId="{E8204165-5A88-7041-B173-F49F8E46C51D}" dt="2024-03-08T15:54:49.909" v="3" actId="207"/>
            <ac:spMkLst>
              <pc:docMk/>
              <pc:sldMasterMk cId="1693028746" sldId="2147483648"/>
              <pc:sldLayoutMk cId="3557603587" sldId="2147483654"/>
              <ac:spMk id="7" creationId="{40797CDF-FB5B-73C1-E558-E89BA99B7029}"/>
            </ac:spMkLst>
          </pc:spChg>
          <pc:spChg chg="mod">
            <ac:chgData name="Daniela Osorio C." userId="319d936b-4c97-4d05-ad2b-d02721bbec8f" providerId="ADAL" clId="{E8204165-5A88-7041-B173-F49F8E46C51D}" dt="2024-03-08T15:54:52.942" v="4" actId="207"/>
            <ac:spMkLst>
              <pc:docMk/>
              <pc:sldMasterMk cId="1693028746" sldId="2147483648"/>
              <pc:sldLayoutMk cId="3557603587" sldId="2147483654"/>
              <ac:spMk id="12" creationId="{EF32CCDA-7D4E-CFAF-567E-53011A66186E}"/>
            </ac:spMkLst>
          </pc:spChg>
        </pc:sldLayoutChg>
        <pc:sldLayoutChg chg="modSp mod setBg">
          <pc:chgData name="Daniela Osorio C." userId="319d936b-4c97-4d05-ad2b-d02721bbec8f" providerId="ADAL" clId="{E8204165-5A88-7041-B173-F49F8E46C51D}" dt="2024-03-11T15:35:32.988" v="54"/>
          <pc:sldLayoutMkLst>
            <pc:docMk/>
            <pc:sldMasterMk cId="1693028746" sldId="2147483648"/>
            <pc:sldLayoutMk cId="787768259" sldId="2147483655"/>
          </pc:sldLayoutMkLst>
          <pc:spChg chg="mod">
            <ac:chgData name="Daniela Osorio C." userId="319d936b-4c97-4d05-ad2b-d02721bbec8f" providerId="ADAL" clId="{E8204165-5A88-7041-B173-F49F8E46C51D}" dt="2024-03-08T15:55:15.063" v="8" actId="207"/>
            <ac:spMkLst>
              <pc:docMk/>
              <pc:sldMasterMk cId="1693028746" sldId="2147483648"/>
              <pc:sldLayoutMk cId="787768259" sldId="2147483655"/>
              <ac:spMk id="7" creationId="{40797CDF-FB5B-73C1-E558-E89BA99B7029}"/>
            </ac:spMkLst>
          </pc:spChg>
          <pc:spChg chg="mod">
            <ac:chgData name="Daniela Osorio C." userId="319d936b-4c97-4d05-ad2b-d02721bbec8f" providerId="ADAL" clId="{E8204165-5A88-7041-B173-F49F8E46C51D}" dt="2024-03-08T15:55:15.063" v="8" actId="207"/>
            <ac:spMkLst>
              <pc:docMk/>
              <pc:sldMasterMk cId="1693028746" sldId="2147483648"/>
              <pc:sldLayoutMk cId="787768259" sldId="2147483655"/>
              <ac:spMk id="12" creationId="{EF32CCDA-7D4E-CFAF-567E-53011A66186E}"/>
            </ac:spMkLst>
          </pc:spChg>
        </pc:sldLayoutChg>
        <pc:sldLayoutChg chg="modSp mod setBg">
          <pc:chgData name="Daniela Osorio C." userId="319d936b-4c97-4d05-ad2b-d02721bbec8f" providerId="ADAL" clId="{E8204165-5A88-7041-B173-F49F8E46C51D}" dt="2024-03-08T16:01:14.956" v="50"/>
          <pc:sldLayoutMkLst>
            <pc:docMk/>
            <pc:sldMasterMk cId="1693028746" sldId="2147483648"/>
            <pc:sldLayoutMk cId="2395459408" sldId="2147483656"/>
          </pc:sldLayoutMkLst>
          <pc:spChg chg="mod">
            <ac:chgData name="Daniela Osorio C." userId="319d936b-4c97-4d05-ad2b-d02721bbec8f" providerId="ADAL" clId="{E8204165-5A88-7041-B173-F49F8E46C51D}" dt="2024-03-08T15:55:06.013" v="6" actId="207"/>
            <ac:spMkLst>
              <pc:docMk/>
              <pc:sldMasterMk cId="1693028746" sldId="2147483648"/>
              <pc:sldLayoutMk cId="2395459408" sldId="2147483656"/>
              <ac:spMk id="7" creationId="{40797CDF-FB5B-73C1-E558-E89BA99B7029}"/>
            </ac:spMkLst>
          </pc:spChg>
          <pc:spChg chg="mod">
            <ac:chgData name="Daniela Osorio C." userId="319d936b-4c97-4d05-ad2b-d02721bbec8f" providerId="ADAL" clId="{E8204165-5A88-7041-B173-F49F8E46C51D}" dt="2024-03-08T15:55:03.288" v="5" actId="207"/>
            <ac:spMkLst>
              <pc:docMk/>
              <pc:sldMasterMk cId="1693028746" sldId="2147483648"/>
              <pc:sldLayoutMk cId="2395459408" sldId="2147483656"/>
              <ac:spMk id="12" creationId="{EF32CCDA-7D4E-CFAF-567E-53011A66186E}"/>
            </ac:spMkLst>
          </pc:spChg>
        </pc:sldLayoutChg>
        <pc:sldLayoutChg chg="modSp mod setBg">
          <pc:chgData name="Daniela Osorio C." userId="319d936b-4c97-4d05-ad2b-d02721bbec8f" providerId="ADAL" clId="{E8204165-5A88-7041-B173-F49F8E46C51D}" dt="2024-03-11T15:33:47.252" v="52"/>
          <pc:sldLayoutMkLst>
            <pc:docMk/>
            <pc:sldMasterMk cId="1693028746" sldId="2147483648"/>
            <pc:sldLayoutMk cId="1558819832" sldId="2147483657"/>
          </pc:sldLayoutMkLst>
          <pc:spChg chg="mod">
            <ac:chgData name="Daniela Osorio C." userId="319d936b-4c97-4d05-ad2b-d02721bbec8f" providerId="ADAL" clId="{E8204165-5A88-7041-B173-F49F8E46C51D}" dt="2024-03-08T15:55:10.219" v="7" actId="207"/>
            <ac:spMkLst>
              <pc:docMk/>
              <pc:sldMasterMk cId="1693028746" sldId="2147483648"/>
              <pc:sldLayoutMk cId="1558819832" sldId="2147483657"/>
              <ac:spMk id="7" creationId="{40797CDF-FB5B-73C1-E558-E89BA99B7029}"/>
            </ac:spMkLst>
          </pc:spChg>
          <pc:spChg chg="mod">
            <ac:chgData name="Daniela Osorio C." userId="319d936b-4c97-4d05-ad2b-d02721bbec8f" providerId="ADAL" clId="{E8204165-5A88-7041-B173-F49F8E46C51D}" dt="2024-03-08T15:55:10.219" v="7" actId="207"/>
            <ac:spMkLst>
              <pc:docMk/>
              <pc:sldMasterMk cId="1693028746" sldId="2147483648"/>
              <pc:sldLayoutMk cId="1558819832" sldId="2147483657"/>
              <ac:spMk id="12" creationId="{EF32CCDA-7D4E-CFAF-567E-53011A66186E}"/>
            </ac:spMkLst>
          </pc:spChg>
        </pc:sldLayoutChg>
      </pc:sldMasterChg>
    </pc:docChg>
  </pc:docChgLst>
  <pc:docChgLst>
    <pc:chgData name="Daniela Osorio C." userId="319d936b-4c97-4d05-ad2b-d02721bbec8f" providerId="ADAL" clId="{101E4E8F-6946-8443-AB48-7F4B968E300F}"/>
    <pc:docChg chg="undo custSel addSld delSld modSld modMainMaster">
      <pc:chgData name="Daniela Osorio C." userId="319d936b-4c97-4d05-ad2b-d02721bbec8f" providerId="ADAL" clId="{101E4E8F-6946-8443-AB48-7F4B968E300F}" dt="2024-03-08T15:09:48.162" v="204" actId="478"/>
      <pc:docMkLst>
        <pc:docMk/>
      </pc:docMkLst>
      <pc:sldChg chg="delSp del mod">
        <pc:chgData name="Daniela Osorio C." userId="319d936b-4c97-4d05-ad2b-d02721bbec8f" providerId="ADAL" clId="{101E4E8F-6946-8443-AB48-7F4B968E300F}" dt="2024-03-07T20:49:49.436" v="106" actId="2696"/>
        <pc:sldMkLst>
          <pc:docMk/>
          <pc:sldMk cId="2627523701" sldId="258"/>
        </pc:sldMkLst>
        <pc:spChg chg="del">
          <ac:chgData name="Daniela Osorio C." userId="319d936b-4c97-4d05-ad2b-d02721bbec8f" providerId="ADAL" clId="{101E4E8F-6946-8443-AB48-7F4B968E300F}" dt="2024-03-07T20:49:40.688" v="103" actId="478"/>
          <ac:spMkLst>
            <pc:docMk/>
            <pc:sldMk cId="2627523701" sldId="258"/>
            <ac:spMk id="2" creationId="{25EEA2D1-28D6-E498-DB1C-46A58530CCA1}"/>
          </ac:spMkLst>
        </pc:spChg>
        <pc:spChg chg="del">
          <ac:chgData name="Daniela Osorio C." userId="319d936b-4c97-4d05-ad2b-d02721bbec8f" providerId="ADAL" clId="{101E4E8F-6946-8443-AB48-7F4B968E300F}" dt="2024-03-07T20:49:37.661" v="102" actId="478"/>
          <ac:spMkLst>
            <pc:docMk/>
            <pc:sldMk cId="2627523701" sldId="258"/>
            <ac:spMk id="3" creationId="{8E46ACC2-F59F-B902-21FF-8AEE1DFAB558}"/>
          </ac:spMkLst>
        </pc:spChg>
      </pc:sldChg>
      <pc:sldChg chg="del">
        <pc:chgData name="Daniela Osorio C." userId="319d936b-4c97-4d05-ad2b-d02721bbec8f" providerId="ADAL" clId="{101E4E8F-6946-8443-AB48-7F4B968E300F}" dt="2024-03-08T14:59:07.789" v="169" actId="2696"/>
        <pc:sldMkLst>
          <pc:docMk/>
          <pc:sldMk cId="665396211" sldId="265"/>
        </pc:sldMkLst>
      </pc:sldChg>
      <pc:sldChg chg="del">
        <pc:chgData name="Daniela Osorio C." userId="319d936b-4c97-4d05-ad2b-d02721bbec8f" providerId="ADAL" clId="{101E4E8F-6946-8443-AB48-7F4B968E300F}" dt="2024-03-08T14:59:12.236" v="171" actId="2696"/>
        <pc:sldMkLst>
          <pc:docMk/>
          <pc:sldMk cId="3582569794" sldId="266"/>
        </pc:sldMkLst>
      </pc:sldChg>
      <pc:sldChg chg="new del">
        <pc:chgData name="Daniela Osorio C." userId="319d936b-4c97-4d05-ad2b-d02721bbec8f" providerId="ADAL" clId="{101E4E8F-6946-8443-AB48-7F4B968E300F}" dt="2024-03-07T20:49:50.646" v="107" actId="2696"/>
        <pc:sldMkLst>
          <pc:docMk/>
          <pc:sldMk cId="83904724" sldId="268"/>
        </pc:sldMkLst>
      </pc:sldChg>
      <pc:sldChg chg="addSp modSp new">
        <pc:chgData name="Daniela Osorio C." userId="319d936b-4c97-4d05-ad2b-d02721bbec8f" providerId="ADAL" clId="{101E4E8F-6946-8443-AB48-7F4B968E300F}" dt="2024-03-08T15:01:03.879" v="185" actId="767"/>
        <pc:sldMkLst>
          <pc:docMk/>
          <pc:sldMk cId="430418543" sldId="269"/>
        </pc:sldMkLst>
        <pc:spChg chg="add mod">
          <ac:chgData name="Daniela Osorio C." userId="319d936b-4c97-4d05-ad2b-d02721bbec8f" providerId="ADAL" clId="{101E4E8F-6946-8443-AB48-7F4B968E300F}" dt="2024-03-08T15:01:03.879" v="185" actId="767"/>
          <ac:spMkLst>
            <pc:docMk/>
            <pc:sldMk cId="430418543" sldId="269"/>
            <ac:spMk id="3" creationId="{B128AD5F-2BB2-772E-47B7-5A5F192D28F0}"/>
          </ac:spMkLst>
        </pc:spChg>
      </pc:sldChg>
      <pc:sldChg chg="new del">
        <pc:chgData name="Daniela Osorio C." userId="319d936b-4c97-4d05-ad2b-d02721bbec8f" providerId="ADAL" clId="{101E4E8F-6946-8443-AB48-7F4B968E300F}" dt="2024-03-07T20:50:15.240" v="124" actId="2696"/>
        <pc:sldMkLst>
          <pc:docMk/>
          <pc:sldMk cId="1631236252" sldId="270"/>
        </pc:sldMkLst>
      </pc:sldChg>
      <pc:sldChg chg="new">
        <pc:chgData name="Daniela Osorio C." userId="319d936b-4c97-4d05-ad2b-d02721bbec8f" providerId="ADAL" clId="{101E4E8F-6946-8443-AB48-7F4B968E300F}" dt="2024-03-08T14:59:04.567" v="168" actId="680"/>
        <pc:sldMkLst>
          <pc:docMk/>
          <pc:sldMk cId="1795622692" sldId="270"/>
        </pc:sldMkLst>
      </pc:sldChg>
      <pc:sldChg chg="new">
        <pc:chgData name="Daniela Osorio C." userId="319d936b-4c97-4d05-ad2b-d02721bbec8f" providerId="ADAL" clId="{101E4E8F-6946-8443-AB48-7F4B968E300F}" dt="2024-03-08T14:59:10.965" v="170" actId="680"/>
        <pc:sldMkLst>
          <pc:docMk/>
          <pc:sldMk cId="2640507694" sldId="271"/>
        </pc:sldMkLst>
      </pc:sldChg>
      <pc:sldChg chg="new del">
        <pc:chgData name="Daniela Osorio C." userId="319d936b-4c97-4d05-ad2b-d02721bbec8f" providerId="ADAL" clId="{101E4E8F-6946-8443-AB48-7F4B968E300F}" dt="2024-03-08T14:59:21.942" v="173" actId="2696"/>
        <pc:sldMkLst>
          <pc:docMk/>
          <pc:sldMk cId="308002292" sldId="272"/>
        </pc:sldMkLst>
      </pc:sldChg>
      <pc:sldMasterChg chg="modSldLayout sldLayoutOrd">
        <pc:chgData name="Daniela Osorio C." userId="319d936b-4c97-4d05-ad2b-d02721bbec8f" providerId="ADAL" clId="{101E4E8F-6946-8443-AB48-7F4B968E300F}" dt="2024-03-08T15:09:48.162" v="204" actId="478"/>
        <pc:sldMasterMkLst>
          <pc:docMk/>
          <pc:sldMasterMk cId="1693028746" sldId="2147483648"/>
        </pc:sldMasterMkLst>
        <pc:sldLayoutChg chg="addSp delSp modSp mod setBg">
          <pc:chgData name="Daniela Osorio C." userId="319d936b-4c97-4d05-ad2b-d02721bbec8f" providerId="ADAL" clId="{101E4E8F-6946-8443-AB48-7F4B968E300F}" dt="2024-03-08T15:09:48.162" v="204" actId="478"/>
          <pc:sldLayoutMkLst>
            <pc:docMk/>
            <pc:sldMasterMk cId="1693028746" sldId="2147483648"/>
            <pc:sldLayoutMk cId="2606120192" sldId="2147483649"/>
          </pc:sldLayoutMkLst>
          <pc:spChg chg="add del mod">
            <ac:chgData name="Daniela Osorio C." userId="319d936b-4c97-4d05-ad2b-d02721bbec8f" providerId="ADAL" clId="{101E4E8F-6946-8443-AB48-7F4B968E300F}" dt="2024-03-07T20:45:31.307" v="63" actId="478"/>
            <ac:spMkLst>
              <pc:docMk/>
              <pc:sldMasterMk cId="1693028746" sldId="2147483648"/>
              <pc:sldLayoutMk cId="2606120192" sldId="2147483649"/>
              <ac:spMk id="2" creationId="{09CA7AF9-7BFD-07D1-D77F-9B6D2487C1EB}"/>
            </ac:spMkLst>
          </pc:spChg>
          <pc:spChg chg="add del mod">
            <ac:chgData name="Daniela Osorio C." userId="319d936b-4c97-4d05-ad2b-d02721bbec8f" providerId="ADAL" clId="{101E4E8F-6946-8443-AB48-7F4B968E300F}" dt="2024-03-08T14:58:32.832" v="151" actId="478"/>
            <ac:spMkLst>
              <pc:docMk/>
              <pc:sldMasterMk cId="1693028746" sldId="2147483648"/>
              <pc:sldLayoutMk cId="2606120192" sldId="2147483649"/>
              <ac:spMk id="2" creationId="{11200017-4BB7-8F7E-9303-01D20A802ED3}"/>
            </ac:spMkLst>
          </pc:spChg>
          <pc:spChg chg="add del mod">
            <ac:chgData name="Daniela Osorio C." userId="319d936b-4c97-4d05-ad2b-d02721bbec8f" providerId="ADAL" clId="{101E4E8F-6946-8443-AB48-7F4B968E300F}" dt="2024-03-07T20:35:56.418" v="8" actId="478"/>
            <ac:spMkLst>
              <pc:docMk/>
              <pc:sldMasterMk cId="1693028746" sldId="2147483648"/>
              <pc:sldLayoutMk cId="2606120192" sldId="2147483649"/>
              <ac:spMk id="3" creationId="{7FE07522-CB3C-DFE6-ECDD-E8DC707C4597}"/>
            </ac:spMkLst>
          </pc:spChg>
          <pc:spChg chg="add del mod">
            <ac:chgData name="Daniela Osorio C." userId="319d936b-4c97-4d05-ad2b-d02721bbec8f" providerId="ADAL" clId="{101E4E8F-6946-8443-AB48-7F4B968E300F}" dt="2024-03-08T14:59:31.141" v="174" actId="478"/>
            <ac:spMkLst>
              <pc:docMk/>
              <pc:sldMasterMk cId="1693028746" sldId="2147483648"/>
              <pc:sldLayoutMk cId="2606120192" sldId="2147483649"/>
              <ac:spMk id="3" creationId="{9B15DE28-522A-08A7-230D-7B3DB3CC8F53}"/>
            </ac:spMkLst>
          </pc:spChg>
          <pc:spChg chg="add del mod">
            <ac:chgData name="Daniela Osorio C." userId="319d936b-4c97-4d05-ad2b-d02721bbec8f" providerId="ADAL" clId="{101E4E8F-6946-8443-AB48-7F4B968E300F}" dt="2024-03-08T15:01:11.272" v="186" actId="478"/>
            <ac:spMkLst>
              <pc:docMk/>
              <pc:sldMasterMk cId="1693028746" sldId="2147483648"/>
              <pc:sldLayoutMk cId="2606120192" sldId="2147483649"/>
              <ac:spMk id="4" creationId="{07C97E7F-887E-ABEF-4643-55E2E4D217A7}"/>
            </ac:spMkLst>
          </pc:spChg>
          <pc:spChg chg="add del mod">
            <ac:chgData name="Daniela Osorio C." userId="319d936b-4c97-4d05-ad2b-d02721bbec8f" providerId="ADAL" clId="{101E4E8F-6946-8443-AB48-7F4B968E300F}" dt="2024-03-07T20:35:55.237" v="6" actId="478"/>
            <ac:spMkLst>
              <pc:docMk/>
              <pc:sldMasterMk cId="1693028746" sldId="2147483648"/>
              <pc:sldLayoutMk cId="2606120192" sldId="2147483649"/>
              <ac:spMk id="4" creationId="{3311076F-F4A8-B866-9E98-A7EBCF68F4EA}"/>
            </ac:spMkLst>
          </pc:spChg>
          <pc:spChg chg="add mod">
            <ac:chgData name="Daniela Osorio C." userId="319d936b-4c97-4d05-ad2b-d02721bbec8f" providerId="ADAL" clId="{101E4E8F-6946-8443-AB48-7F4B968E300F}" dt="2024-03-07T20:50:39.727" v="129" actId="34135"/>
            <ac:spMkLst>
              <pc:docMk/>
              <pc:sldMasterMk cId="1693028746" sldId="2147483648"/>
              <pc:sldLayoutMk cId="2606120192" sldId="2147483649"/>
              <ac:spMk id="5" creationId="{EA07B88F-3442-88EF-4332-8188DAED77CC}"/>
            </ac:spMkLst>
          </pc:spChg>
          <pc:spChg chg="add mod">
            <ac:chgData name="Daniela Osorio C." userId="319d936b-4c97-4d05-ad2b-d02721bbec8f" providerId="ADAL" clId="{101E4E8F-6946-8443-AB48-7F4B968E300F}" dt="2024-03-07T20:49:15.423" v="98" actId="207"/>
            <ac:spMkLst>
              <pc:docMk/>
              <pc:sldMasterMk cId="1693028746" sldId="2147483648"/>
              <pc:sldLayoutMk cId="2606120192" sldId="2147483649"/>
              <ac:spMk id="6" creationId="{FC350248-3FB5-3C6F-8D72-BDEA02FE930A}"/>
            </ac:spMkLst>
          </pc:spChg>
          <pc:spChg chg="del">
            <ac:chgData name="Daniela Osorio C." userId="319d936b-4c97-4d05-ad2b-d02721bbec8f" providerId="ADAL" clId="{101E4E8F-6946-8443-AB48-7F4B968E300F}" dt="2024-03-07T20:36:31.182" v="18" actId="478"/>
            <ac:spMkLst>
              <pc:docMk/>
              <pc:sldMasterMk cId="1693028746" sldId="2147483648"/>
              <pc:sldLayoutMk cId="2606120192" sldId="2147483649"/>
              <ac:spMk id="9" creationId="{3816F564-B64A-4618-7592-2A6B8CEB9C41}"/>
            </ac:spMkLst>
          </pc:spChg>
          <pc:spChg chg="add mod">
            <ac:chgData name="Daniela Osorio C." userId="319d936b-4c97-4d05-ad2b-d02721bbec8f" providerId="ADAL" clId="{101E4E8F-6946-8443-AB48-7F4B968E300F}" dt="2024-03-08T15:01:18.527" v="188" actId="571"/>
            <ac:spMkLst>
              <pc:docMk/>
              <pc:sldMasterMk cId="1693028746" sldId="2147483648"/>
              <pc:sldLayoutMk cId="2606120192" sldId="2147483649"/>
              <ac:spMk id="9" creationId="{50529B01-E9A4-D7BE-AC46-8362F572B79B}"/>
            </ac:spMkLst>
          </pc:spChg>
          <pc:spChg chg="add del mod">
            <ac:chgData name="Daniela Osorio C." userId="319d936b-4c97-4d05-ad2b-d02721bbec8f" providerId="ADAL" clId="{101E4E8F-6946-8443-AB48-7F4B968E300F}" dt="2024-03-08T15:09:38.814" v="202" actId="478"/>
            <ac:spMkLst>
              <pc:docMk/>
              <pc:sldMasterMk cId="1693028746" sldId="2147483648"/>
              <pc:sldLayoutMk cId="2606120192" sldId="2147483649"/>
              <ac:spMk id="10" creationId="{B1C91428-3D90-A4E8-7199-72B6E52DE707}"/>
            </ac:spMkLst>
          </pc:spChg>
          <pc:spChg chg="del mod">
            <ac:chgData name="Daniela Osorio C." userId="319d936b-4c97-4d05-ad2b-d02721bbec8f" providerId="ADAL" clId="{101E4E8F-6946-8443-AB48-7F4B968E300F}" dt="2024-03-07T20:36:25.972" v="15" actId="478"/>
            <ac:spMkLst>
              <pc:docMk/>
              <pc:sldMasterMk cId="1693028746" sldId="2147483648"/>
              <pc:sldLayoutMk cId="2606120192" sldId="2147483649"/>
              <ac:spMk id="10" creationId="{E4945C69-40F3-B92B-A27A-B87A3D9731D7}"/>
            </ac:spMkLst>
          </pc:spChg>
          <pc:spChg chg="del">
            <ac:chgData name="Daniela Osorio C." userId="319d936b-4c97-4d05-ad2b-d02721bbec8f" providerId="ADAL" clId="{101E4E8F-6946-8443-AB48-7F4B968E300F}" dt="2024-03-07T20:36:33.443" v="20" actId="478"/>
            <ac:spMkLst>
              <pc:docMk/>
              <pc:sldMasterMk cId="1693028746" sldId="2147483648"/>
              <pc:sldLayoutMk cId="2606120192" sldId="2147483649"/>
              <ac:spMk id="12" creationId="{366F94F7-4E1E-FA90-A326-481A71619313}"/>
            </ac:spMkLst>
          </pc:spChg>
          <pc:spChg chg="add del mod">
            <ac:chgData name="Daniela Osorio C." userId="319d936b-4c97-4d05-ad2b-d02721bbec8f" providerId="ADAL" clId="{101E4E8F-6946-8443-AB48-7F4B968E300F}" dt="2024-03-08T15:09:48.162" v="204" actId="478"/>
            <ac:spMkLst>
              <pc:docMk/>
              <pc:sldMasterMk cId="1693028746" sldId="2147483648"/>
              <pc:sldLayoutMk cId="2606120192" sldId="2147483649"/>
              <ac:spMk id="12" creationId="{9C7A6C4C-8A4A-FFFF-DAEE-34F47C37A1C3}"/>
            </ac:spMkLst>
          </pc:spChg>
          <pc:spChg chg="add mod">
            <ac:chgData name="Daniela Osorio C." userId="319d936b-4c97-4d05-ad2b-d02721bbec8f" providerId="ADAL" clId="{101E4E8F-6946-8443-AB48-7F4B968E300F}" dt="2024-03-07T20:48:59.666" v="95" actId="1076"/>
            <ac:spMkLst>
              <pc:docMk/>
              <pc:sldMasterMk cId="1693028746" sldId="2147483648"/>
              <pc:sldLayoutMk cId="2606120192" sldId="2147483649"/>
              <ac:spMk id="13" creationId="{F586EB83-3340-7C71-15A1-A44304B30029}"/>
            </ac:spMkLst>
          </pc:spChg>
          <pc:spChg chg="add del mod">
            <ac:chgData name="Daniela Osorio C." userId="319d936b-4c97-4d05-ad2b-d02721bbec8f" providerId="ADAL" clId="{101E4E8F-6946-8443-AB48-7F4B968E300F}" dt="2024-03-07T20:39:12.744" v="55" actId="478"/>
            <ac:spMkLst>
              <pc:docMk/>
              <pc:sldMasterMk cId="1693028746" sldId="2147483648"/>
              <pc:sldLayoutMk cId="2606120192" sldId="2147483649"/>
              <ac:spMk id="14" creationId="{55042420-4ABE-2C02-80C6-0C983E051399}"/>
            </ac:spMkLst>
          </pc:spChg>
          <pc:spChg chg="add del mod">
            <ac:chgData name="Daniela Osorio C." userId="319d936b-4c97-4d05-ad2b-d02721bbec8f" providerId="ADAL" clId="{101E4E8F-6946-8443-AB48-7F4B968E300F}" dt="2024-03-08T14:58:13.207" v="145" actId="478"/>
            <ac:spMkLst>
              <pc:docMk/>
              <pc:sldMasterMk cId="1693028746" sldId="2147483648"/>
              <pc:sldLayoutMk cId="2606120192" sldId="2147483649"/>
              <ac:spMk id="15" creationId="{DE6CBF63-56A5-36ED-B5F1-BABD286EBE20}"/>
            </ac:spMkLst>
          </pc:spChg>
          <pc:spChg chg="del">
            <ac:chgData name="Daniela Osorio C." userId="319d936b-4c97-4d05-ad2b-d02721bbec8f" providerId="ADAL" clId="{101E4E8F-6946-8443-AB48-7F4B968E300F}" dt="2024-03-07T20:36:28.831" v="17" actId="478"/>
            <ac:spMkLst>
              <pc:docMk/>
              <pc:sldMasterMk cId="1693028746" sldId="2147483648"/>
              <pc:sldLayoutMk cId="2606120192" sldId="2147483649"/>
              <ac:spMk id="18" creationId="{5815C0CE-7454-7281-AD35-B75725BE0DCA}"/>
            </ac:spMkLst>
          </pc:spChg>
          <pc:spChg chg="del">
            <ac:chgData name="Daniela Osorio C." userId="319d936b-4c97-4d05-ad2b-d02721bbec8f" providerId="ADAL" clId="{101E4E8F-6946-8443-AB48-7F4B968E300F}" dt="2024-03-07T20:36:32.385" v="19" actId="478"/>
            <ac:spMkLst>
              <pc:docMk/>
              <pc:sldMasterMk cId="1693028746" sldId="2147483648"/>
              <pc:sldLayoutMk cId="2606120192" sldId="2147483649"/>
              <ac:spMk id="19" creationId="{46C5A25D-3B2A-B95A-98EE-13434CE2350E}"/>
            </ac:spMkLst>
          </pc:spChg>
          <pc:spChg chg="add mod">
            <ac:chgData name="Daniela Osorio C." userId="319d936b-4c97-4d05-ad2b-d02721bbec8f" providerId="ADAL" clId="{101E4E8F-6946-8443-AB48-7F4B968E300F}" dt="2024-03-07T20:50:35.847" v="128" actId="571"/>
            <ac:spMkLst>
              <pc:docMk/>
              <pc:sldMasterMk cId="1693028746" sldId="2147483648"/>
              <pc:sldLayoutMk cId="2606120192" sldId="2147483649"/>
              <ac:spMk id="24" creationId="{6A1A9ACA-EF50-5A29-C0EE-7B779A2AF467}"/>
            </ac:spMkLst>
          </pc:spChg>
          <pc:picChg chg="mod">
            <ac:chgData name="Daniela Osorio C." userId="319d936b-4c97-4d05-ad2b-d02721bbec8f" providerId="ADAL" clId="{101E4E8F-6946-8443-AB48-7F4B968E300F}" dt="2024-03-07T20:50:49.837" v="130" actId="1076"/>
            <ac:picMkLst>
              <pc:docMk/>
              <pc:sldMasterMk cId="1693028746" sldId="2147483648"/>
              <pc:sldLayoutMk cId="2606120192" sldId="2147483649"/>
              <ac:picMk id="8" creationId="{8B1A2DB8-9B24-4654-F33A-1376883E1479}"/>
            </ac:picMkLst>
          </pc:picChg>
          <pc:picChg chg="mod">
            <ac:chgData name="Daniela Osorio C." userId="319d936b-4c97-4d05-ad2b-d02721bbec8f" providerId="ADAL" clId="{101E4E8F-6946-8443-AB48-7F4B968E300F}" dt="2024-03-07T20:38:02.340" v="46" actId="12789"/>
            <ac:picMkLst>
              <pc:docMk/>
              <pc:sldMasterMk cId="1693028746" sldId="2147483648"/>
              <pc:sldLayoutMk cId="2606120192" sldId="2147483649"/>
              <ac:picMk id="11" creationId="{9057CAB5-419B-D16F-C185-A2D3C653D2A9}"/>
            </ac:picMkLst>
          </pc:picChg>
          <pc:picChg chg="add mod">
            <ac:chgData name="Daniela Osorio C." userId="319d936b-4c97-4d05-ad2b-d02721bbec8f" providerId="ADAL" clId="{101E4E8F-6946-8443-AB48-7F4B968E300F}" dt="2024-03-07T20:48:31.520" v="82" actId="571"/>
            <ac:picMkLst>
              <pc:docMk/>
              <pc:sldMasterMk cId="1693028746" sldId="2147483648"/>
              <pc:sldLayoutMk cId="2606120192" sldId="2147483649"/>
              <ac:picMk id="20" creationId="{E0C50A8D-8BAD-AD41-2CA3-A56DE0080039}"/>
            </ac:picMkLst>
          </pc:picChg>
          <pc:picChg chg="add mod">
            <ac:chgData name="Daniela Osorio C." userId="319d936b-4c97-4d05-ad2b-d02721bbec8f" providerId="ADAL" clId="{101E4E8F-6946-8443-AB48-7F4B968E300F}" dt="2024-03-07T20:48:46.303" v="92" actId="571"/>
            <ac:picMkLst>
              <pc:docMk/>
              <pc:sldMasterMk cId="1693028746" sldId="2147483648"/>
              <pc:sldLayoutMk cId="2606120192" sldId="2147483649"/>
              <ac:picMk id="21" creationId="{58A43E03-FCEB-C4BC-952A-2EF29627CEA1}"/>
            </ac:picMkLst>
          </pc:picChg>
          <pc:cxnChg chg="add mod">
            <ac:chgData name="Daniela Osorio C." userId="319d936b-4c97-4d05-ad2b-d02721bbec8f" providerId="ADAL" clId="{101E4E8F-6946-8443-AB48-7F4B968E300F}" dt="2024-03-07T20:49:27.074" v="101" actId="14100"/>
            <ac:cxnSpMkLst>
              <pc:docMk/>
              <pc:sldMasterMk cId="1693028746" sldId="2147483648"/>
              <pc:sldLayoutMk cId="2606120192" sldId="2147483649"/>
              <ac:cxnSpMk id="7" creationId="{FF0FCBE2-3DBD-0281-D2F5-F0C94CE8BC2D}"/>
            </ac:cxnSpMkLst>
          </pc:cxnChg>
          <pc:cxnChg chg="del">
            <ac:chgData name="Daniela Osorio C." userId="319d936b-4c97-4d05-ad2b-d02721bbec8f" providerId="ADAL" clId="{101E4E8F-6946-8443-AB48-7F4B968E300F}" dt="2024-03-07T20:36:26.693" v="16" actId="478"/>
            <ac:cxnSpMkLst>
              <pc:docMk/>
              <pc:sldMasterMk cId="1693028746" sldId="2147483648"/>
              <pc:sldLayoutMk cId="2606120192" sldId="2147483649"/>
              <ac:cxnSpMk id="16" creationId="{2964AD85-DED8-C9C1-CB5E-9D1B94BD0908}"/>
            </ac:cxnSpMkLst>
          </pc:cxnChg>
        </pc:sldLayoutChg>
        <pc:sldLayoutChg chg="modSp mod">
          <pc:chgData name="Daniela Osorio C." userId="319d936b-4c97-4d05-ad2b-d02721bbec8f" providerId="ADAL" clId="{101E4E8F-6946-8443-AB48-7F4B968E300F}" dt="2024-03-08T12:29:11.634" v="131" actId="1076"/>
          <pc:sldLayoutMkLst>
            <pc:docMk/>
            <pc:sldMasterMk cId="1693028746" sldId="2147483648"/>
            <pc:sldLayoutMk cId="3652869427" sldId="2147483651"/>
          </pc:sldLayoutMkLst>
          <pc:spChg chg="mod">
            <ac:chgData name="Daniela Osorio C." userId="319d936b-4c97-4d05-ad2b-d02721bbec8f" providerId="ADAL" clId="{101E4E8F-6946-8443-AB48-7F4B968E300F}" dt="2024-03-08T12:29:11.634" v="131" actId="1076"/>
            <ac:spMkLst>
              <pc:docMk/>
              <pc:sldMasterMk cId="1693028746" sldId="2147483648"/>
              <pc:sldLayoutMk cId="3652869427" sldId="2147483651"/>
              <ac:spMk id="2" creationId="{C97BCC7D-6F08-8B7A-0AE6-494B19B085FA}"/>
            </ac:spMkLst>
          </pc:spChg>
        </pc:sldLayoutChg>
        <pc:sldLayoutChg chg="modSp mod">
          <pc:chgData name="Daniela Osorio C." userId="319d936b-4c97-4d05-ad2b-d02721bbec8f" providerId="ADAL" clId="{101E4E8F-6946-8443-AB48-7F4B968E300F}" dt="2024-03-07T20:36:41.038" v="23" actId="1076"/>
          <pc:sldLayoutMkLst>
            <pc:docMk/>
            <pc:sldMasterMk cId="1693028746" sldId="2147483648"/>
            <pc:sldLayoutMk cId="1232603797" sldId="2147483653"/>
          </pc:sldLayoutMkLst>
          <pc:spChg chg="mod">
            <ac:chgData name="Daniela Osorio C." userId="319d936b-4c97-4d05-ad2b-d02721bbec8f" providerId="ADAL" clId="{101E4E8F-6946-8443-AB48-7F4B968E300F}" dt="2024-03-07T20:36:41.038" v="23" actId="1076"/>
            <ac:spMkLst>
              <pc:docMk/>
              <pc:sldMasterMk cId="1693028746" sldId="2147483648"/>
              <pc:sldLayoutMk cId="1232603797" sldId="2147483653"/>
              <ac:spMk id="2" creationId="{C97BCC7D-6F08-8B7A-0AE6-494B19B085FA}"/>
            </ac:spMkLst>
          </pc:spChg>
        </pc:sldLayoutChg>
        <pc:sldLayoutChg chg="setBg">
          <pc:chgData name="Daniela Osorio C." userId="319d936b-4c97-4d05-ad2b-d02721bbec8f" providerId="ADAL" clId="{101E4E8F-6946-8443-AB48-7F4B968E300F}" dt="2024-03-08T14:24:26.467" v="133"/>
          <pc:sldLayoutMkLst>
            <pc:docMk/>
            <pc:sldMasterMk cId="1693028746" sldId="2147483648"/>
            <pc:sldLayoutMk cId="3557603587" sldId="2147483654"/>
          </pc:sldLayoutMkLst>
        </pc:sldLayoutChg>
        <pc:sldLayoutChg chg="modSp mod setBg">
          <pc:chgData name="Daniela Osorio C." userId="319d936b-4c97-4d05-ad2b-d02721bbec8f" providerId="ADAL" clId="{101E4E8F-6946-8443-AB48-7F4B968E300F}" dt="2024-03-08T14:53:56.797" v="144" actId="20577"/>
          <pc:sldLayoutMkLst>
            <pc:docMk/>
            <pc:sldMasterMk cId="1693028746" sldId="2147483648"/>
            <pc:sldLayoutMk cId="787768259" sldId="2147483655"/>
          </pc:sldLayoutMkLst>
          <pc:spChg chg="mod">
            <ac:chgData name="Daniela Osorio C." userId="319d936b-4c97-4d05-ad2b-d02721bbec8f" providerId="ADAL" clId="{101E4E8F-6946-8443-AB48-7F4B968E300F}" dt="2024-03-08T14:53:56.797" v="144" actId="20577"/>
            <ac:spMkLst>
              <pc:docMk/>
              <pc:sldMasterMk cId="1693028746" sldId="2147483648"/>
              <pc:sldLayoutMk cId="787768259" sldId="2147483655"/>
              <ac:spMk id="11" creationId="{3A54758D-9CC7-9A21-A8E1-CD5CA7F3C268}"/>
            </ac:spMkLst>
          </pc:spChg>
        </pc:sldLayoutChg>
        <pc:sldLayoutChg chg="setBg">
          <pc:chgData name="Daniela Osorio C." userId="319d936b-4c97-4d05-ad2b-d02721bbec8f" providerId="ADAL" clId="{101E4E8F-6946-8443-AB48-7F4B968E300F}" dt="2024-03-08T14:31:38.575" v="135"/>
          <pc:sldLayoutMkLst>
            <pc:docMk/>
            <pc:sldMasterMk cId="1693028746" sldId="2147483648"/>
            <pc:sldLayoutMk cId="2395459408" sldId="2147483656"/>
          </pc:sldLayoutMkLst>
        </pc:sldLayoutChg>
        <pc:sldLayoutChg chg="modSp mod ord setBg">
          <pc:chgData name="Daniela Osorio C." userId="319d936b-4c97-4d05-ad2b-d02721bbec8f" providerId="ADAL" clId="{101E4E8F-6946-8443-AB48-7F4B968E300F}" dt="2024-03-08T14:53:54.053" v="142" actId="20577"/>
          <pc:sldLayoutMkLst>
            <pc:docMk/>
            <pc:sldMasterMk cId="1693028746" sldId="2147483648"/>
            <pc:sldLayoutMk cId="1558819832" sldId="2147483657"/>
          </pc:sldLayoutMkLst>
          <pc:spChg chg="mod">
            <ac:chgData name="Daniela Osorio C." userId="319d936b-4c97-4d05-ad2b-d02721bbec8f" providerId="ADAL" clId="{101E4E8F-6946-8443-AB48-7F4B968E300F}" dt="2024-03-08T14:53:54.053" v="142" actId="20577"/>
            <ac:spMkLst>
              <pc:docMk/>
              <pc:sldMasterMk cId="1693028746" sldId="2147483648"/>
              <pc:sldLayoutMk cId="1558819832" sldId="2147483657"/>
              <ac:spMk id="11" creationId="{3A54758D-9CC7-9A21-A8E1-CD5CA7F3C268}"/>
            </ac:spMkLst>
          </pc:spChg>
        </pc:sldLayoutChg>
      </pc:sldMasterChg>
    </pc:docChg>
  </pc:docChgLst>
  <pc:docChgLst>
    <pc:chgData name="Daniela Osorio C." userId="319d936b-4c97-4d05-ad2b-d02721bbec8f" providerId="ADAL" clId="{E34893D3-6180-814C-89CF-5179DA3135E4}"/>
    <pc:docChg chg="undo custSel modMainMaster">
      <pc:chgData name="Daniela Osorio C." userId="319d936b-4c97-4d05-ad2b-d02721bbec8f" providerId="ADAL" clId="{E34893D3-6180-814C-89CF-5179DA3135E4}" dt="2024-03-15T14:46:14.873" v="105"/>
      <pc:docMkLst>
        <pc:docMk/>
      </pc:docMkLst>
      <pc:sldMasterChg chg="modSldLayout">
        <pc:chgData name="Daniela Osorio C." userId="319d936b-4c97-4d05-ad2b-d02721bbec8f" providerId="ADAL" clId="{E34893D3-6180-814C-89CF-5179DA3135E4}" dt="2024-03-15T14:46:14.873" v="105"/>
        <pc:sldMasterMkLst>
          <pc:docMk/>
          <pc:sldMasterMk cId="1693028746" sldId="2147483648"/>
        </pc:sldMasterMkLst>
        <pc:sldLayoutChg chg="addSp delSp modSp mod setBg">
          <pc:chgData name="Daniela Osorio C." userId="319d936b-4c97-4d05-ad2b-d02721bbec8f" providerId="ADAL" clId="{E34893D3-6180-814C-89CF-5179DA3135E4}" dt="2024-03-15T13:55:32.004" v="44"/>
          <pc:sldLayoutMkLst>
            <pc:docMk/>
            <pc:sldMasterMk cId="1693028746" sldId="2147483648"/>
            <pc:sldLayoutMk cId="2606120192" sldId="2147483649"/>
          </pc:sldLayoutMkLst>
          <pc:spChg chg="mod">
            <ac:chgData name="Daniela Osorio C." userId="319d936b-4c97-4d05-ad2b-d02721bbec8f" providerId="ADAL" clId="{E34893D3-6180-814C-89CF-5179DA3135E4}" dt="2024-03-15T13:42:03.012" v="0" actId="207"/>
            <ac:spMkLst>
              <pc:docMk/>
              <pc:sldMasterMk cId="1693028746" sldId="2147483648"/>
              <pc:sldLayoutMk cId="2606120192" sldId="2147483649"/>
              <ac:spMk id="5" creationId="{EA07B88F-3442-88EF-4332-8188DAED77CC}"/>
            </ac:spMkLst>
          </pc:spChg>
          <pc:picChg chg="add del mod">
            <ac:chgData name="Daniela Osorio C." userId="319d936b-4c97-4d05-ad2b-d02721bbec8f" providerId="ADAL" clId="{E34893D3-6180-814C-89CF-5179DA3135E4}" dt="2024-03-15T13:44:38.948" v="40" actId="21"/>
            <ac:picMkLst>
              <pc:docMk/>
              <pc:sldMasterMk cId="1693028746" sldId="2147483648"/>
              <pc:sldLayoutMk cId="2606120192" sldId="2147483649"/>
              <ac:picMk id="2" creationId="{74599F4B-D1EB-3088-5ABF-90F722C7B8F5}"/>
            </ac:picMkLst>
          </pc:picChg>
          <pc:picChg chg="add mod">
            <ac:chgData name="Daniela Osorio C." userId="319d936b-4c97-4d05-ad2b-d02721bbec8f" providerId="ADAL" clId="{E34893D3-6180-814C-89CF-5179DA3135E4}" dt="2024-03-15T13:44:40.527" v="42"/>
            <ac:picMkLst>
              <pc:docMk/>
              <pc:sldMasterMk cId="1693028746" sldId="2147483648"/>
              <pc:sldLayoutMk cId="2606120192" sldId="2147483649"/>
              <ac:picMk id="3" creationId="{61A12591-91D6-657C-6C3C-E0E264F35539}"/>
            </ac:picMkLst>
          </pc:picChg>
          <pc:picChg chg="del">
            <ac:chgData name="Daniela Osorio C." userId="319d936b-4c97-4d05-ad2b-d02721bbec8f" providerId="ADAL" clId="{E34893D3-6180-814C-89CF-5179DA3135E4}" dt="2024-03-15T13:44:40.265" v="41" actId="478"/>
            <ac:picMkLst>
              <pc:docMk/>
              <pc:sldMasterMk cId="1693028746" sldId="2147483648"/>
              <pc:sldLayoutMk cId="2606120192" sldId="2147483649"/>
              <ac:picMk id="4" creationId="{742F942F-A859-8F5E-EC64-501C5C2715A5}"/>
            </ac:picMkLst>
          </pc:picChg>
        </pc:sldLayoutChg>
        <pc:sldLayoutChg chg="addSp delSp modSp mod">
          <pc:chgData name="Daniela Osorio C." userId="319d936b-4c97-4d05-ad2b-d02721bbec8f" providerId="ADAL" clId="{E34893D3-6180-814C-89CF-5179DA3135E4}" dt="2024-03-15T14:46:14.873" v="105"/>
          <pc:sldLayoutMkLst>
            <pc:docMk/>
            <pc:sldMasterMk cId="1693028746" sldId="2147483648"/>
            <pc:sldLayoutMk cId="4245125461" sldId="2147483650"/>
          </pc:sldLayoutMkLst>
          <pc:spChg chg="mod">
            <ac:chgData name="Daniela Osorio C." userId="319d936b-4c97-4d05-ad2b-d02721bbec8f" providerId="ADAL" clId="{E34893D3-6180-814C-89CF-5179DA3135E4}" dt="2024-03-15T13:42:41.313" v="11" actId="207"/>
            <ac:spMkLst>
              <pc:docMk/>
              <pc:sldMasterMk cId="1693028746" sldId="2147483648"/>
              <pc:sldLayoutMk cId="4245125461" sldId="2147483650"/>
              <ac:spMk id="8" creationId="{D4BF3825-8CDE-15D1-473C-F04253CD9789}"/>
            </ac:spMkLst>
          </pc:spChg>
          <pc:picChg chg="add del mod">
            <ac:chgData name="Daniela Osorio C." userId="319d936b-4c97-4d05-ad2b-d02721bbec8f" providerId="ADAL" clId="{E34893D3-6180-814C-89CF-5179DA3135E4}" dt="2024-03-15T14:46:13.064" v="103" actId="21"/>
            <ac:picMkLst>
              <pc:docMk/>
              <pc:sldMasterMk cId="1693028746" sldId="2147483648"/>
              <pc:sldLayoutMk cId="4245125461" sldId="2147483650"/>
              <ac:picMk id="2" creationId="{C755B46D-8602-73F8-D6CF-DAD83A4CBEEA}"/>
            </ac:picMkLst>
          </pc:picChg>
          <pc:picChg chg="del">
            <ac:chgData name="Daniela Osorio C." userId="319d936b-4c97-4d05-ad2b-d02721bbec8f" providerId="ADAL" clId="{E34893D3-6180-814C-89CF-5179DA3135E4}" dt="2024-03-15T14:46:14.445" v="104" actId="478"/>
            <ac:picMkLst>
              <pc:docMk/>
              <pc:sldMasterMk cId="1693028746" sldId="2147483648"/>
              <pc:sldLayoutMk cId="4245125461" sldId="2147483650"/>
              <ac:picMk id="3" creationId="{095DA7AA-50CC-BFDF-FC83-D23DB7396ABA}"/>
            </ac:picMkLst>
          </pc:picChg>
          <pc:picChg chg="add mod">
            <ac:chgData name="Daniela Osorio C." userId="319d936b-4c97-4d05-ad2b-d02721bbec8f" providerId="ADAL" clId="{E34893D3-6180-814C-89CF-5179DA3135E4}" dt="2024-03-15T14:46:14.873" v="105"/>
            <ac:picMkLst>
              <pc:docMk/>
              <pc:sldMasterMk cId="1693028746" sldId="2147483648"/>
              <pc:sldLayoutMk cId="4245125461" sldId="2147483650"/>
              <ac:picMk id="4" creationId="{4C0BA981-D2ED-A47F-F882-7C7C3B407C17}"/>
            </ac:picMkLst>
          </pc:picChg>
        </pc:sldLayoutChg>
        <pc:sldLayoutChg chg="addSp delSp modSp mod">
          <pc:chgData name="Daniela Osorio C." userId="319d936b-4c97-4d05-ad2b-d02721bbec8f" providerId="ADAL" clId="{E34893D3-6180-814C-89CF-5179DA3135E4}" dt="2024-03-15T14:43:07.006" v="74" actId="12789"/>
          <pc:sldLayoutMkLst>
            <pc:docMk/>
            <pc:sldMasterMk cId="1693028746" sldId="2147483648"/>
            <pc:sldLayoutMk cId="3652869427" sldId="2147483651"/>
          </pc:sldLayoutMkLst>
          <pc:spChg chg="mod">
            <ac:chgData name="Daniela Osorio C." userId="319d936b-4c97-4d05-ad2b-d02721bbec8f" providerId="ADAL" clId="{E34893D3-6180-814C-89CF-5179DA3135E4}" dt="2024-03-15T13:42:45.038" v="12" actId="207"/>
            <ac:spMkLst>
              <pc:docMk/>
              <pc:sldMasterMk cId="1693028746" sldId="2147483648"/>
              <pc:sldLayoutMk cId="3652869427" sldId="2147483651"/>
              <ac:spMk id="3" creationId="{989D0323-C2ED-C0E8-73FE-BEAB8CFEAEB8}"/>
            </ac:spMkLst>
          </pc:spChg>
          <pc:picChg chg="del">
            <ac:chgData name="Daniela Osorio C." userId="319d936b-4c97-4d05-ad2b-d02721bbec8f" providerId="ADAL" clId="{E34893D3-6180-814C-89CF-5179DA3135E4}" dt="2024-03-15T14:43:00.186" v="72" actId="478"/>
            <ac:picMkLst>
              <pc:docMk/>
              <pc:sldMasterMk cId="1693028746" sldId="2147483648"/>
              <pc:sldLayoutMk cId="3652869427" sldId="2147483651"/>
              <ac:picMk id="5" creationId="{DFA3C3F2-3755-9BD8-9640-604AB2195B6E}"/>
            </ac:picMkLst>
          </pc:picChg>
          <pc:picChg chg="add del mod">
            <ac:chgData name="Daniela Osorio C." userId="319d936b-4c97-4d05-ad2b-d02721bbec8f" providerId="ADAL" clId="{E34893D3-6180-814C-89CF-5179DA3135E4}" dt="2024-03-15T14:42:58.161" v="71" actId="21"/>
            <ac:picMkLst>
              <pc:docMk/>
              <pc:sldMasterMk cId="1693028746" sldId="2147483648"/>
              <pc:sldLayoutMk cId="3652869427" sldId="2147483651"/>
              <ac:picMk id="9" creationId="{2942A0A8-437A-9EFA-C60B-6F36C5E2B823}"/>
            </ac:picMkLst>
          </pc:picChg>
          <pc:picChg chg="add mod">
            <ac:chgData name="Daniela Osorio C." userId="319d936b-4c97-4d05-ad2b-d02721bbec8f" providerId="ADAL" clId="{E34893D3-6180-814C-89CF-5179DA3135E4}" dt="2024-03-15T14:43:07.006" v="74" actId="12789"/>
            <ac:picMkLst>
              <pc:docMk/>
              <pc:sldMasterMk cId="1693028746" sldId="2147483648"/>
              <pc:sldLayoutMk cId="3652869427" sldId="2147483651"/>
              <ac:picMk id="10" creationId="{4506DCC7-0663-88BB-EF7C-AB0097FE2886}"/>
            </ac:picMkLst>
          </pc:picChg>
        </pc:sldLayoutChg>
        <pc:sldLayoutChg chg="addSp delSp modSp mod">
          <pc:chgData name="Daniela Osorio C." userId="319d936b-4c97-4d05-ad2b-d02721bbec8f" providerId="ADAL" clId="{E34893D3-6180-814C-89CF-5179DA3135E4}" dt="2024-03-15T14:43:19.541" v="79"/>
          <pc:sldLayoutMkLst>
            <pc:docMk/>
            <pc:sldMasterMk cId="1693028746" sldId="2147483648"/>
            <pc:sldLayoutMk cId="1232603797" sldId="2147483653"/>
          </pc:sldLayoutMkLst>
          <pc:spChg chg="mod">
            <ac:chgData name="Daniela Osorio C." userId="319d936b-4c97-4d05-ad2b-d02721bbec8f" providerId="ADAL" clId="{E34893D3-6180-814C-89CF-5179DA3135E4}" dt="2024-03-15T13:42:51.085" v="13" actId="207"/>
            <ac:spMkLst>
              <pc:docMk/>
              <pc:sldMasterMk cId="1693028746" sldId="2147483648"/>
              <pc:sldLayoutMk cId="1232603797" sldId="2147483653"/>
              <ac:spMk id="6" creationId="{7CFD1A2D-962B-1B2F-8EFE-116133732487}"/>
            </ac:spMkLst>
          </pc:spChg>
          <pc:spChg chg="mod">
            <ac:chgData name="Daniela Osorio C." userId="319d936b-4c97-4d05-ad2b-d02721bbec8f" providerId="ADAL" clId="{E34893D3-6180-814C-89CF-5179DA3135E4}" dt="2024-03-15T13:42:52.980" v="14" actId="207"/>
            <ac:spMkLst>
              <pc:docMk/>
              <pc:sldMasterMk cId="1693028746" sldId="2147483648"/>
              <pc:sldLayoutMk cId="1232603797" sldId="2147483653"/>
              <ac:spMk id="17" creationId="{C0D8A9F2-7C34-CC0C-4A65-766C6591434E}"/>
            </ac:spMkLst>
          </pc:spChg>
          <pc:picChg chg="add del mod">
            <ac:chgData name="Daniela Osorio C." userId="319d936b-4c97-4d05-ad2b-d02721bbec8f" providerId="ADAL" clId="{E34893D3-6180-814C-89CF-5179DA3135E4}" dt="2024-03-15T14:43:17.799" v="77" actId="21"/>
            <ac:picMkLst>
              <pc:docMk/>
              <pc:sldMasterMk cId="1693028746" sldId="2147483648"/>
              <pc:sldLayoutMk cId="1232603797" sldId="2147483653"/>
              <ac:picMk id="5" creationId="{A731E1C4-E746-82B1-041A-FBD6818C4DBB}"/>
            </ac:picMkLst>
          </pc:picChg>
          <pc:picChg chg="del">
            <ac:chgData name="Daniela Osorio C." userId="319d936b-4c97-4d05-ad2b-d02721bbec8f" providerId="ADAL" clId="{E34893D3-6180-814C-89CF-5179DA3135E4}" dt="2024-03-15T14:43:18.926" v="78" actId="478"/>
            <ac:picMkLst>
              <pc:docMk/>
              <pc:sldMasterMk cId="1693028746" sldId="2147483648"/>
              <pc:sldLayoutMk cId="1232603797" sldId="2147483653"/>
              <ac:picMk id="9" creationId="{DFDD4C65-CEFB-09B5-8FC8-4A1550C94AA4}"/>
            </ac:picMkLst>
          </pc:picChg>
          <pc:picChg chg="add mod">
            <ac:chgData name="Daniela Osorio C." userId="319d936b-4c97-4d05-ad2b-d02721bbec8f" providerId="ADAL" clId="{E34893D3-6180-814C-89CF-5179DA3135E4}" dt="2024-03-15T14:43:19.541" v="79"/>
            <ac:picMkLst>
              <pc:docMk/>
              <pc:sldMasterMk cId="1693028746" sldId="2147483648"/>
              <pc:sldLayoutMk cId="1232603797" sldId="2147483653"/>
              <ac:picMk id="10" creationId="{7364F9B6-661D-6260-D937-4737ACFD530A}"/>
            </ac:picMkLst>
          </pc:picChg>
        </pc:sldLayoutChg>
        <pc:sldLayoutChg chg="modSp mod setBg">
          <pc:chgData name="Daniela Osorio C." userId="319d936b-4c97-4d05-ad2b-d02721bbec8f" providerId="ADAL" clId="{E34893D3-6180-814C-89CF-5179DA3135E4}" dt="2024-03-15T14:02:44.345" v="46"/>
          <pc:sldLayoutMkLst>
            <pc:docMk/>
            <pc:sldMasterMk cId="1693028746" sldId="2147483648"/>
            <pc:sldLayoutMk cId="3557603587" sldId="2147483654"/>
          </pc:sldLayoutMkLst>
          <pc:spChg chg="mod">
            <ac:chgData name="Daniela Osorio C." userId="319d936b-4c97-4d05-ad2b-d02721bbec8f" providerId="ADAL" clId="{E34893D3-6180-814C-89CF-5179DA3135E4}" dt="2024-03-15T13:42:14.198" v="2" actId="207"/>
            <ac:spMkLst>
              <pc:docMk/>
              <pc:sldMasterMk cId="1693028746" sldId="2147483648"/>
              <pc:sldLayoutMk cId="3557603587" sldId="2147483654"/>
              <ac:spMk id="7" creationId="{40797CDF-FB5B-73C1-E558-E89BA99B7029}"/>
            </ac:spMkLst>
          </pc:spChg>
          <pc:spChg chg="mod">
            <ac:chgData name="Daniela Osorio C." userId="319d936b-4c97-4d05-ad2b-d02721bbec8f" providerId="ADAL" clId="{E34893D3-6180-814C-89CF-5179DA3135E4}" dt="2024-03-15T13:42:11.688" v="1" actId="207"/>
            <ac:spMkLst>
              <pc:docMk/>
              <pc:sldMasterMk cId="1693028746" sldId="2147483648"/>
              <pc:sldLayoutMk cId="3557603587" sldId="2147483654"/>
              <ac:spMk id="12" creationId="{EF32CCDA-7D4E-CFAF-567E-53011A66186E}"/>
            </ac:spMkLst>
          </pc:spChg>
        </pc:sldLayoutChg>
        <pc:sldLayoutChg chg="modSp mod setBg">
          <pc:chgData name="Daniela Osorio C." userId="319d936b-4c97-4d05-ad2b-d02721bbec8f" providerId="ADAL" clId="{E34893D3-6180-814C-89CF-5179DA3135E4}" dt="2024-03-15T14:40:29.076" v="52"/>
          <pc:sldLayoutMkLst>
            <pc:docMk/>
            <pc:sldMasterMk cId="1693028746" sldId="2147483648"/>
            <pc:sldLayoutMk cId="787768259" sldId="2147483655"/>
          </pc:sldLayoutMkLst>
          <pc:spChg chg="mod">
            <ac:chgData name="Daniela Osorio C." userId="319d936b-4c97-4d05-ad2b-d02721bbec8f" providerId="ADAL" clId="{E34893D3-6180-814C-89CF-5179DA3135E4}" dt="2024-03-15T13:42:35.534" v="8" actId="207"/>
            <ac:spMkLst>
              <pc:docMk/>
              <pc:sldMasterMk cId="1693028746" sldId="2147483648"/>
              <pc:sldLayoutMk cId="787768259" sldId="2147483655"/>
              <ac:spMk id="7" creationId="{40797CDF-FB5B-73C1-E558-E89BA99B7029}"/>
            </ac:spMkLst>
          </pc:spChg>
          <pc:spChg chg="mod">
            <ac:chgData name="Daniela Osorio C." userId="319d936b-4c97-4d05-ad2b-d02721bbec8f" providerId="ADAL" clId="{E34893D3-6180-814C-89CF-5179DA3135E4}" dt="2024-03-15T13:42:33.542" v="7" actId="207"/>
            <ac:spMkLst>
              <pc:docMk/>
              <pc:sldMasterMk cId="1693028746" sldId="2147483648"/>
              <pc:sldLayoutMk cId="787768259" sldId="2147483655"/>
              <ac:spMk id="12" creationId="{EF32CCDA-7D4E-CFAF-567E-53011A66186E}"/>
            </ac:spMkLst>
          </pc:spChg>
        </pc:sldLayoutChg>
        <pc:sldLayoutChg chg="modSp mod setBg">
          <pc:chgData name="Daniela Osorio C." userId="319d936b-4c97-4d05-ad2b-d02721bbec8f" providerId="ADAL" clId="{E34893D3-6180-814C-89CF-5179DA3135E4}" dt="2024-03-15T14:04:46.016" v="48"/>
          <pc:sldLayoutMkLst>
            <pc:docMk/>
            <pc:sldMasterMk cId="1693028746" sldId="2147483648"/>
            <pc:sldLayoutMk cId="2395459408" sldId="2147483656"/>
          </pc:sldLayoutMkLst>
          <pc:spChg chg="mod">
            <ac:chgData name="Daniela Osorio C." userId="319d936b-4c97-4d05-ad2b-d02721bbec8f" providerId="ADAL" clId="{E34893D3-6180-814C-89CF-5179DA3135E4}" dt="2024-03-15T13:42:23.395" v="4" actId="207"/>
            <ac:spMkLst>
              <pc:docMk/>
              <pc:sldMasterMk cId="1693028746" sldId="2147483648"/>
              <pc:sldLayoutMk cId="2395459408" sldId="2147483656"/>
              <ac:spMk id="7" creationId="{40797CDF-FB5B-73C1-E558-E89BA99B7029}"/>
            </ac:spMkLst>
          </pc:spChg>
          <pc:spChg chg="mod">
            <ac:chgData name="Daniela Osorio C." userId="319d936b-4c97-4d05-ad2b-d02721bbec8f" providerId="ADAL" clId="{E34893D3-6180-814C-89CF-5179DA3135E4}" dt="2024-03-15T13:42:21.185" v="3" actId="207"/>
            <ac:spMkLst>
              <pc:docMk/>
              <pc:sldMasterMk cId="1693028746" sldId="2147483648"/>
              <pc:sldLayoutMk cId="2395459408" sldId="2147483656"/>
              <ac:spMk id="12" creationId="{EF32CCDA-7D4E-CFAF-567E-53011A66186E}"/>
            </ac:spMkLst>
          </pc:spChg>
        </pc:sldLayoutChg>
        <pc:sldLayoutChg chg="modSp mod setBg">
          <pc:chgData name="Daniela Osorio C." userId="319d936b-4c97-4d05-ad2b-d02721bbec8f" providerId="ADAL" clId="{E34893D3-6180-814C-89CF-5179DA3135E4}" dt="2024-03-15T14:38:14.924" v="50"/>
          <pc:sldLayoutMkLst>
            <pc:docMk/>
            <pc:sldMasterMk cId="1693028746" sldId="2147483648"/>
            <pc:sldLayoutMk cId="1558819832" sldId="2147483657"/>
          </pc:sldLayoutMkLst>
          <pc:spChg chg="mod">
            <ac:chgData name="Daniela Osorio C." userId="319d936b-4c97-4d05-ad2b-d02721bbec8f" providerId="ADAL" clId="{E34893D3-6180-814C-89CF-5179DA3135E4}" dt="2024-03-15T13:42:29.308" v="6" actId="207"/>
            <ac:spMkLst>
              <pc:docMk/>
              <pc:sldMasterMk cId="1693028746" sldId="2147483648"/>
              <pc:sldLayoutMk cId="1558819832" sldId="2147483657"/>
              <ac:spMk id="7" creationId="{40797CDF-FB5B-73C1-E558-E89BA99B7029}"/>
            </ac:spMkLst>
          </pc:spChg>
          <pc:spChg chg="mod">
            <ac:chgData name="Daniela Osorio C." userId="319d936b-4c97-4d05-ad2b-d02721bbec8f" providerId="ADAL" clId="{E34893D3-6180-814C-89CF-5179DA3135E4}" dt="2024-03-15T13:42:27.348" v="5" actId="207"/>
            <ac:spMkLst>
              <pc:docMk/>
              <pc:sldMasterMk cId="1693028746" sldId="2147483648"/>
              <pc:sldLayoutMk cId="1558819832" sldId="2147483657"/>
              <ac:spMk id="12" creationId="{EF32CCDA-7D4E-CFAF-567E-53011A66186E}"/>
            </ac:spMkLst>
          </pc:spChg>
        </pc:sldLayoutChg>
      </pc:sldMasterChg>
    </pc:docChg>
  </pc:docChgLst>
  <pc:docChgLst>
    <pc:chgData name="Daniela Osorio C." userId="319d936b-4c97-4d05-ad2b-d02721bbec8f" providerId="ADAL" clId="{A0193592-CBE4-2B46-934A-D3A5964A7937}"/>
    <pc:docChg chg="custSel modMainMaster">
      <pc:chgData name="Daniela Osorio C." userId="319d936b-4c97-4d05-ad2b-d02721bbec8f" providerId="ADAL" clId="{A0193592-CBE4-2B46-934A-D3A5964A7937}" dt="2024-03-07T20:26:14.740" v="5"/>
      <pc:docMkLst>
        <pc:docMk/>
      </pc:docMkLst>
      <pc:sldMasterChg chg="modSldLayout">
        <pc:chgData name="Daniela Osorio C." userId="319d936b-4c97-4d05-ad2b-d02721bbec8f" providerId="ADAL" clId="{A0193592-CBE4-2B46-934A-D3A5964A7937}" dt="2024-03-07T20:26:14.740" v="5"/>
        <pc:sldMasterMkLst>
          <pc:docMk/>
          <pc:sldMasterMk cId="1693028746" sldId="2147483648"/>
        </pc:sldMasterMkLst>
        <pc:sldLayoutChg chg="addSp delSp modSp mod setBg">
          <pc:chgData name="Daniela Osorio C." userId="319d936b-4c97-4d05-ad2b-d02721bbec8f" providerId="ADAL" clId="{A0193592-CBE4-2B46-934A-D3A5964A7937}" dt="2024-03-07T20:26:14.740" v="5"/>
          <pc:sldLayoutMkLst>
            <pc:docMk/>
            <pc:sldMasterMk cId="1693028746" sldId="2147483648"/>
            <pc:sldLayoutMk cId="2606120192" sldId="2147483649"/>
          </pc:sldLayoutMkLst>
          <pc:picChg chg="add mod">
            <ac:chgData name="Daniela Osorio C." userId="319d936b-4c97-4d05-ad2b-d02721bbec8f" providerId="ADAL" clId="{A0193592-CBE4-2B46-934A-D3A5964A7937}" dt="2024-03-07T20:26:00.184" v="1" actId="571"/>
            <ac:picMkLst>
              <pc:docMk/>
              <pc:sldMasterMk cId="1693028746" sldId="2147483648"/>
              <pc:sldLayoutMk cId="2606120192" sldId="2147483649"/>
              <ac:picMk id="2" creationId="{C4F4C52A-ECA1-BABB-E35B-83CE9779B6E8}"/>
            </ac:picMkLst>
          </pc:picChg>
          <pc:picChg chg="del">
            <ac:chgData name="Daniela Osorio C." userId="319d936b-4c97-4d05-ad2b-d02721bbec8f" providerId="ADAL" clId="{A0193592-CBE4-2B46-934A-D3A5964A7937}" dt="2024-03-07T20:26:03.836" v="2" actId="478"/>
            <ac:picMkLst>
              <pc:docMk/>
              <pc:sldMasterMk cId="1693028746" sldId="2147483648"/>
              <pc:sldLayoutMk cId="2606120192" sldId="2147483649"/>
              <ac:picMk id="7" creationId="{A9D18049-2E2E-CD91-B29D-C17460669583}"/>
            </ac:picMkLst>
          </pc:picChg>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11.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rincip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9057CAB5-419B-D16F-C185-A2D3C653D2A9}"/>
              </a:ext>
            </a:extLst>
          </p:cNvPr>
          <p:cNvPicPr>
            <a:picLocks noChangeAspect="1"/>
          </p:cNvPicPr>
          <p:nvPr userDrawn="1"/>
        </p:nvPicPr>
        <p:blipFill>
          <a:blip r:embed="rId3"/>
          <a:stretch>
            <a:fillRect/>
          </a:stretch>
        </p:blipFill>
        <p:spPr>
          <a:xfrm>
            <a:off x="11859053" y="1796807"/>
            <a:ext cx="70965" cy="3264387"/>
          </a:xfrm>
          <a:prstGeom prst="rect">
            <a:avLst/>
          </a:prstGeom>
        </p:spPr>
      </p:pic>
      <p:sp>
        <p:nvSpPr>
          <p:cNvPr id="5" name="Rectángulo 4">
            <a:extLst>
              <a:ext uri="{FF2B5EF4-FFF2-40B4-BE49-F238E27FC236}">
                <a16:creationId xmlns:a16="http://schemas.microsoft.com/office/drawing/2014/main" id="{EA07B88F-3442-88EF-4332-8188DAED77CC}"/>
              </a:ext>
            </a:extLst>
          </p:cNvPr>
          <p:cNvSpPr>
            <a:spLocks noGrp="1" noRot="1" noMove="1" noResize="1" noEditPoints="1" noAdjustHandles="1" noChangeArrowheads="1" noChangeShapeType="1"/>
          </p:cNvSpPr>
          <p:nvPr userDrawn="1"/>
        </p:nvSpPr>
        <p:spPr>
          <a:xfrm>
            <a:off x="5944993" y="616688"/>
            <a:ext cx="5674686" cy="56671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FC350248-3FB5-3C6F-8D72-BDEA02FE930A}"/>
              </a:ext>
            </a:extLst>
          </p:cNvPr>
          <p:cNvSpPr/>
          <p:nvPr userDrawn="1"/>
        </p:nvSpPr>
        <p:spPr>
          <a:xfrm>
            <a:off x="6398549" y="2788646"/>
            <a:ext cx="294796" cy="294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cxnSp>
        <p:nvCxnSpPr>
          <p:cNvPr id="7" name="Conector recto 6">
            <a:extLst>
              <a:ext uri="{FF2B5EF4-FFF2-40B4-BE49-F238E27FC236}">
                <a16:creationId xmlns:a16="http://schemas.microsoft.com/office/drawing/2014/main" id="{FF0FCBE2-3DBD-0281-D2F5-F0C94CE8BC2D}"/>
              </a:ext>
            </a:extLst>
          </p:cNvPr>
          <p:cNvCxnSpPr>
            <a:cxnSpLocks/>
          </p:cNvCxnSpPr>
          <p:nvPr userDrawn="1"/>
        </p:nvCxnSpPr>
        <p:spPr>
          <a:xfrm>
            <a:off x="6996223" y="4106486"/>
            <a:ext cx="4114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Marcador de título 1">
            <a:extLst>
              <a:ext uri="{FF2B5EF4-FFF2-40B4-BE49-F238E27FC236}">
                <a16:creationId xmlns:a16="http://schemas.microsoft.com/office/drawing/2014/main" id="{F586EB83-3340-7C71-15A1-A44304B30029}"/>
              </a:ext>
            </a:extLst>
          </p:cNvPr>
          <p:cNvSpPr>
            <a:spLocks noGrp="1"/>
          </p:cNvSpPr>
          <p:nvPr>
            <p:ph type="title" hasCustomPrompt="1"/>
          </p:nvPr>
        </p:nvSpPr>
        <p:spPr>
          <a:xfrm>
            <a:off x="6915809" y="2601411"/>
            <a:ext cx="4377817" cy="1306054"/>
          </a:xfrm>
          <a:prstGeom prst="rect">
            <a:avLst/>
          </a:prstGeom>
        </p:spPr>
        <p:txBody>
          <a:bodyPr vert="horz" lIns="91440" tIns="45720" rIns="91440" bIns="45720" rtlCol="0" anchor="ctr">
            <a:normAutofit/>
          </a:bodyPr>
          <a:lstStyle>
            <a:lvl1pPr>
              <a:defRPr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Holder 3">
            <a:extLst>
              <a:ext uri="{FF2B5EF4-FFF2-40B4-BE49-F238E27FC236}">
                <a16:creationId xmlns:a16="http://schemas.microsoft.com/office/drawing/2014/main" id="{3F9325FC-E030-BCB8-203E-374A8BE898B6}"/>
              </a:ext>
            </a:extLst>
          </p:cNvPr>
          <p:cNvSpPr>
            <a:spLocks noGrp="1"/>
          </p:cNvSpPr>
          <p:nvPr>
            <p:ph type="subTitle" idx="4"/>
          </p:nvPr>
        </p:nvSpPr>
        <p:spPr>
          <a:xfrm>
            <a:off x="6937285" y="4305507"/>
            <a:ext cx="4356341" cy="614285"/>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pic>
        <p:nvPicPr>
          <p:cNvPr id="4" name="Imagen 3">
            <a:extLst>
              <a:ext uri="{FF2B5EF4-FFF2-40B4-BE49-F238E27FC236}">
                <a16:creationId xmlns:a16="http://schemas.microsoft.com/office/drawing/2014/main" id="{952E45F7-DBA7-0067-88AC-2B33C1A8CB98}"/>
              </a:ext>
            </a:extLst>
          </p:cNvPr>
          <p:cNvPicPr>
            <a:picLocks noChangeAspect="1"/>
          </p:cNvPicPr>
          <p:nvPr userDrawn="1"/>
        </p:nvPicPr>
        <p:blipFill>
          <a:blip r:embed="rId4"/>
          <a:stretch>
            <a:fillRect/>
          </a:stretch>
        </p:blipFill>
        <p:spPr>
          <a:xfrm>
            <a:off x="7168812" y="1206961"/>
            <a:ext cx="3375906" cy="542314"/>
          </a:xfrm>
          <a:prstGeom prst="rect">
            <a:avLst/>
          </a:prstGeom>
        </p:spPr>
      </p:pic>
    </p:spTree>
    <p:extLst>
      <p:ext uri="{BB962C8B-B14F-4D97-AF65-F5344CB8AC3E}">
        <p14:creationId xmlns:p14="http://schemas.microsoft.com/office/powerpoint/2010/main" val="260612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interio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01</a:t>
            </a:r>
            <a:endParaRPr lang="es-CL" sz="8000" dirty="0"/>
          </a:p>
        </p:txBody>
      </p:sp>
    </p:spTree>
    <p:extLst>
      <p:ext uri="{BB962C8B-B14F-4D97-AF65-F5344CB8AC3E}">
        <p14:creationId xmlns:p14="http://schemas.microsoft.com/office/powerpoint/2010/main" val="3557603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interio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02</a:t>
            </a:r>
            <a:endParaRPr lang="es-CL" sz="8000" dirty="0"/>
          </a:p>
        </p:txBody>
      </p:sp>
    </p:spTree>
    <p:extLst>
      <p:ext uri="{BB962C8B-B14F-4D97-AF65-F5344CB8AC3E}">
        <p14:creationId xmlns:p14="http://schemas.microsoft.com/office/powerpoint/2010/main" val="2395459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interio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dirty="0"/>
              <a:t>03</a:t>
            </a:r>
            <a:endParaRPr lang="es-CL" sz="8000" dirty="0"/>
          </a:p>
        </p:txBody>
      </p:sp>
    </p:spTree>
    <p:extLst>
      <p:ext uri="{BB962C8B-B14F-4D97-AF65-F5344CB8AC3E}">
        <p14:creationId xmlns:p14="http://schemas.microsoft.com/office/powerpoint/2010/main" val="155881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 interio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04</a:t>
            </a:r>
            <a:endParaRPr lang="es-CL" sz="8000" dirty="0"/>
          </a:p>
        </p:txBody>
      </p:sp>
    </p:spTree>
    <p:extLst>
      <p:ext uri="{BB962C8B-B14F-4D97-AF65-F5344CB8AC3E}">
        <p14:creationId xmlns:p14="http://schemas.microsoft.com/office/powerpoint/2010/main" val="78776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4245125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ERI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4459705"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989D0323-C2ED-C0E8-73FE-BEAB8CFEAEB8}"/>
              </a:ext>
            </a:extLst>
          </p:cNvPr>
          <p:cNvSpPr/>
          <p:nvPr userDrawn="1"/>
        </p:nvSpPr>
        <p:spPr>
          <a:xfrm>
            <a:off x="970947" y="900877"/>
            <a:ext cx="3748474" cy="5056245"/>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Gráfico 3">
            <a:extLst>
              <a:ext uri="{FF2B5EF4-FFF2-40B4-BE49-F238E27FC236}">
                <a16:creationId xmlns:a16="http://schemas.microsoft.com/office/drawing/2014/main" id="{3A500616-0E5D-9D67-2AD4-83DFD6FEB7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V="1">
            <a:off x="10929134" y="3487483"/>
            <a:ext cx="2392160" cy="133572"/>
          </a:xfrm>
          <a:prstGeom prst="rect">
            <a:avLst/>
          </a:prstGeom>
        </p:spPr>
      </p:pic>
      <p:sp>
        <p:nvSpPr>
          <p:cNvPr id="15" name="Marcador de título 1">
            <a:extLst>
              <a:ext uri="{FF2B5EF4-FFF2-40B4-BE49-F238E27FC236}">
                <a16:creationId xmlns:a16="http://schemas.microsoft.com/office/drawing/2014/main" id="{F57429FB-BAB3-46DE-9370-D3C110C6572A}"/>
              </a:ext>
            </a:extLst>
          </p:cNvPr>
          <p:cNvSpPr>
            <a:spLocks noGrp="1"/>
          </p:cNvSpPr>
          <p:nvPr>
            <p:ph type="title" hasCustomPrompt="1"/>
          </p:nvPr>
        </p:nvSpPr>
        <p:spPr>
          <a:xfrm>
            <a:off x="1477466" y="2219158"/>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6" name="Marcador de texto 2">
            <a:extLst>
              <a:ext uri="{FF2B5EF4-FFF2-40B4-BE49-F238E27FC236}">
                <a16:creationId xmlns:a16="http://schemas.microsoft.com/office/drawing/2014/main" id="{4F8D0BB2-7009-A53E-830B-0224847CA34E}"/>
              </a:ext>
            </a:extLst>
          </p:cNvPr>
          <p:cNvSpPr>
            <a:spLocks noGrp="1"/>
          </p:cNvSpPr>
          <p:nvPr>
            <p:ph idx="1" hasCustomPrompt="1"/>
          </p:nvPr>
        </p:nvSpPr>
        <p:spPr>
          <a:xfrm>
            <a:off x="1477466" y="4008906"/>
            <a:ext cx="2805775" cy="746396"/>
          </a:xfrm>
          <a:prstGeom prst="rect">
            <a:avLst/>
          </a:prstGeom>
        </p:spPr>
        <p:txBody>
          <a:bodyPr vert="horz" lIns="91440" tIns="45720" rIns="91440" bIns="45720" rtlCol="0">
            <a:normAutofit/>
          </a:bodyPr>
          <a:lstStyle>
            <a:lvl1pPr>
              <a:defRPr b="0" i="0">
                <a:solidFill>
                  <a:schemeClr val="bg1"/>
                </a:solidFill>
                <a:latin typeface="Arial" panose="020B0604020202020204" pitchFamily="34" charset="0"/>
                <a:cs typeface="Arial" panose="020B0604020202020204" pitchFamily="34" charset="0"/>
              </a:defRPr>
            </a:lvl1pPr>
          </a:lstStyle>
          <a:p>
            <a:pPr lvl="0"/>
            <a:r>
              <a:rPr lang="es-MX" dirty="0"/>
              <a:t>Haz clic para modificar bajada</a:t>
            </a:r>
            <a:endParaRPr lang="es-CL" dirty="0"/>
          </a:p>
        </p:txBody>
      </p:sp>
      <p:grpSp>
        <p:nvGrpSpPr>
          <p:cNvPr id="6" name="Grupo 5">
            <a:extLst>
              <a:ext uri="{FF2B5EF4-FFF2-40B4-BE49-F238E27FC236}">
                <a16:creationId xmlns:a16="http://schemas.microsoft.com/office/drawing/2014/main" id="{30600BA2-FE25-D617-556A-284E126C4526}"/>
              </a:ext>
            </a:extLst>
          </p:cNvPr>
          <p:cNvGrpSpPr/>
          <p:nvPr userDrawn="1"/>
        </p:nvGrpSpPr>
        <p:grpSpPr>
          <a:xfrm>
            <a:off x="10559057" y="6273209"/>
            <a:ext cx="1405082" cy="320986"/>
            <a:chOff x="8941676" y="5879067"/>
            <a:chExt cx="2618425" cy="598170"/>
          </a:xfrm>
        </p:grpSpPr>
        <p:sp>
          <p:nvSpPr>
            <p:cNvPr id="7" name="object 2">
              <a:extLst>
                <a:ext uri="{FF2B5EF4-FFF2-40B4-BE49-F238E27FC236}">
                  <a16:creationId xmlns:a16="http://schemas.microsoft.com/office/drawing/2014/main" id="{214DF2C4-F04D-3C80-781C-59FD036C679C}"/>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8" name="object 3">
              <a:extLst>
                <a:ext uri="{FF2B5EF4-FFF2-40B4-BE49-F238E27FC236}">
                  <a16:creationId xmlns:a16="http://schemas.microsoft.com/office/drawing/2014/main" id="{6664B434-EC06-B2A1-112A-CFBBD91843D1}"/>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7" name="object 4">
              <a:extLst>
                <a:ext uri="{FF2B5EF4-FFF2-40B4-BE49-F238E27FC236}">
                  <a16:creationId xmlns:a16="http://schemas.microsoft.com/office/drawing/2014/main" id="{78BE0504-3454-CB76-4D2B-96730BFC194F}"/>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E08B512B-19D5-31EE-38BB-ECE0FD6B8C78}"/>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2816031D-2FBD-6D3D-C3AA-EDAC01B1B7B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9C188DE4-1C8A-750A-9834-317895F22B2F}"/>
              </a:ext>
            </a:extLst>
          </p:cNvPr>
          <p:cNvPicPr>
            <a:picLocks noChangeAspect="1"/>
          </p:cNvPicPr>
          <p:nvPr userDrawn="1"/>
        </p:nvPicPr>
        <p:blipFill>
          <a:blip r:embed="rId4"/>
          <a:stretch>
            <a:fillRect/>
          </a:stretch>
        </p:blipFill>
        <p:spPr>
          <a:xfrm>
            <a:off x="460414" y="1315256"/>
            <a:ext cx="119084" cy="4227489"/>
          </a:xfrm>
          <a:prstGeom prst="rect">
            <a:avLst/>
          </a:prstGeom>
        </p:spPr>
      </p:pic>
    </p:spTree>
    <p:extLst>
      <p:ext uri="{BB962C8B-B14F-4D97-AF65-F5344CB8AC3E}">
        <p14:creationId xmlns:p14="http://schemas.microsoft.com/office/powerpoint/2010/main" val="3652869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ERIOR 3">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1155032"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a:extLst>
              <a:ext uri="{FF2B5EF4-FFF2-40B4-BE49-F238E27FC236}">
                <a16:creationId xmlns:a16="http://schemas.microsoft.com/office/drawing/2014/main" id="{7CFD1A2D-962B-1B2F-8EFE-116133732487}"/>
              </a:ext>
            </a:extLst>
          </p:cNvPr>
          <p:cNvSpPr/>
          <p:nvPr userDrawn="1"/>
        </p:nvSpPr>
        <p:spPr>
          <a:xfrm>
            <a:off x="485631" y="405838"/>
            <a:ext cx="155636" cy="155636"/>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sp>
        <p:nvSpPr>
          <p:cNvPr id="7" name="Marcador de texto 26">
            <a:extLst>
              <a:ext uri="{FF2B5EF4-FFF2-40B4-BE49-F238E27FC236}">
                <a16:creationId xmlns:a16="http://schemas.microsoft.com/office/drawing/2014/main" id="{FC12E6C9-B6C7-FBEC-A203-87F5181A3034}"/>
              </a:ext>
            </a:extLst>
          </p:cNvPr>
          <p:cNvSpPr>
            <a:spLocks noGrp="1"/>
          </p:cNvSpPr>
          <p:nvPr>
            <p:ph type="body" sz="quarter" idx="13" hasCustomPrompt="1"/>
          </p:nvPr>
        </p:nvSpPr>
        <p:spPr>
          <a:xfrm>
            <a:off x="6510853" y="405838"/>
            <a:ext cx="4916775" cy="469685"/>
          </a:xfrm>
        </p:spPr>
        <p:txBody>
          <a:bodyPr>
            <a:noAutofit/>
          </a:bodyPr>
          <a:lstStyle>
            <a:lvl1pPr marL="0" indent="0" algn="r">
              <a:buNone/>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8" name="Marcador de texto 3">
            <a:extLst>
              <a:ext uri="{FF2B5EF4-FFF2-40B4-BE49-F238E27FC236}">
                <a16:creationId xmlns:a16="http://schemas.microsoft.com/office/drawing/2014/main" id="{1CE8A453-8074-39A1-48E5-2C3C6BECABC8}"/>
              </a:ext>
            </a:extLst>
          </p:cNvPr>
          <p:cNvSpPr>
            <a:spLocks noGrp="1"/>
          </p:cNvSpPr>
          <p:nvPr>
            <p:ph type="body" sz="quarter" idx="14" hasCustomPrompt="1"/>
          </p:nvPr>
        </p:nvSpPr>
        <p:spPr>
          <a:xfrm>
            <a:off x="6510853" y="976146"/>
            <a:ext cx="4930746" cy="281800"/>
          </a:xfrm>
        </p:spPr>
        <p:txBody>
          <a:bodyPr>
            <a:normAutofit/>
          </a:bodyPr>
          <a:lstStyle>
            <a:lvl1pPr marL="0" indent="0" algn="r">
              <a:buNone/>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17" name="Rectángulo 16">
            <a:extLst>
              <a:ext uri="{FF2B5EF4-FFF2-40B4-BE49-F238E27FC236}">
                <a16:creationId xmlns:a16="http://schemas.microsoft.com/office/drawing/2014/main" id="{C0D8A9F2-7C34-CC0C-4A65-766C6591434E}"/>
              </a:ext>
            </a:extLst>
          </p:cNvPr>
          <p:cNvSpPr/>
          <p:nvPr userDrawn="1"/>
        </p:nvSpPr>
        <p:spPr>
          <a:xfrm>
            <a:off x="11551912" y="483656"/>
            <a:ext cx="271438" cy="27143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 name="Grupo 2">
            <a:extLst>
              <a:ext uri="{FF2B5EF4-FFF2-40B4-BE49-F238E27FC236}">
                <a16:creationId xmlns:a16="http://schemas.microsoft.com/office/drawing/2014/main" id="{427846E3-6C01-4C3F-2624-7CD8517C9846}"/>
              </a:ext>
            </a:extLst>
          </p:cNvPr>
          <p:cNvGrpSpPr/>
          <p:nvPr userDrawn="1"/>
        </p:nvGrpSpPr>
        <p:grpSpPr>
          <a:xfrm>
            <a:off x="10559057" y="6273209"/>
            <a:ext cx="1405082" cy="320986"/>
            <a:chOff x="8941676" y="5879067"/>
            <a:chExt cx="2618425" cy="598170"/>
          </a:xfrm>
        </p:grpSpPr>
        <p:sp>
          <p:nvSpPr>
            <p:cNvPr id="4" name="object 2">
              <a:extLst>
                <a:ext uri="{FF2B5EF4-FFF2-40B4-BE49-F238E27FC236}">
                  <a16:creationId xmlns:a16="http://schemas.microsoft.com/office/drawing/2014/main" id="{F0FF35D2-A2FC-35AC-0158-8D26446D585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5" name="object 3">
              <a:extLst>
                <a:ext uri="{FF2B5EF4-FFF2-40B4-BE49-F238E27FC236}">
                  <a16:creationId xmlns:a16="http://schemas.microsoft.com/office/drawing/2014/main" id="{D52EE463-507D-0E89-A698-37B26D93221E}"/>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6" name="object 4">
              <a:extLst>
                <a:ext uri="{FF2B5EF4-FFF2-40B4-BE49-F238E27FC236}">
                  <a16:creationId xmlns:a16="http://schemas.microsoft.com/office/drawing/2014/main" id="{6C83F359-2517-926A-B7D0-D64B0F83FC19}"/>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21FEE031-C875-38D1-5382-9E6E11778AA5}"/>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08F0296E-9087-FDE0-9CBF-6E89FE8D412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533ECC16-DB92-D7AB-25D1-63F1F6931CD4}"/>
              </a:ext>
            </a:extLst>
          </p:cNvPr>
          <p:cNvPicPr>
            <a:picLocks noChangeAspect="1"/>
          </p:cNvPicPr>
          <p:nvPr userDrawn="1"/>
        </p:nvPicPr>
        <p:blipFill>
          <a:blip r:embed="rId3"/>
          <a:stretch>
            <a:fillRect/>
          </a:stretch>
        </p:blipFill>
        <p:spPr>
          <a:xfrm>
            <a:off x="517592" y="2244940"/>
            <a:ext cx="119084" cy="4227489"/>
          </a:xfrm>
          <a:prstGeom prst="rect">
            <a:avLst/>
          </a:prstGeom>
        </p:spPr>
      </p:pic>
    </p:spTree>
    <p:extLst>
      <p:ext uri="{BB962C8B-B14F-4D97-AF65-F5344CB8AC3E}">
        <p14:creationId xmlns:p14="http://schemas.microsoft.com/office/powerpoint/2010/main" val="123260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PA FINAL">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5D537A3-771A-B373-471B-2113C671CFBB}"/>
              </a:ext>
            </a:extLst>
          </p:cNvPr>
          <p:cNvSpPr/>
          <p:nvPr userDrawn="1"/>
        </p:nvSpPr>
        <p:spPr>
          <a:xfrm>
            <a:off x="0" y="1"/>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2" name="Grupo 1">
            <a:extLst>
              <a:ext uri="{FF2B5EF4-FFF2-40B4-BE49-F238E27FC236}">
                <a16:creationId xmlns:a16="http://schemas.microsoft.com/office/drawing/2014/main" id="{9F91E6D1-21AD-8149-634F-39874CDDB05F}"/>
              </a:ext>
            </a:extLst>
          </p:cNvPr>
          <p:cNvGrpSpPr/>
          <p:nvPr userDrawn="1"/>
        </p:nvGrpSpPr>
        <p:grpSpPr>
          <a:xfrm>
            <a:off x="2569595" y="5445627"/>
            <a:ext cx="7052811" cy="563479"/>
            <a:chOff x="1569453" y="5445627"/>
            <a:chExt cx="7052811" cy="563479"/>
          </a:xfrm>
        </p:grpSpPr>
        <p:pic>
          <p:nvPicPr>
            <p:cNvPr id="3" name="Imagen 2">
              <a:extLst>
                <a:ext uri="{FF2B5EF4-FFF2-40B4-BE49-F238E27FC236}">
                  <a16:creationId xmlns:a16="http://schemas.microsoft.com/office/drawing/2014/main" id="{5C7F6159-27FC-D37D-6948-67F8EE366ACB}"/>
                </a:ext>
              </a:extLst>
            </p:cNvPr>
            <p:cNvPicPr>
              <a:picLocks noChangeAspect="1"/>
            </p:cNvPicPr>
            <p:nvPr userDrawn="1"/>
          </p:nvPicPr>
          <p:blipFill>
            <a:blip r:embed="rId2"/>
            <a:stretch>
              <a:fillRect/>
            </a:stretch>
          </p:blipFill>
          <p:spPr>
            <a:xfrm>
              <a:off x="3569736" y="5445627"/>
              <a:ext cx="5052528" cy="563479"/>
            </a:xfrm>
            <a:prstGeom prst="rect">
              <a:avLst/>
            </a:prstGeom>
          </p:spPr>
        </p:pic>
        <p:pic>
          <p:nvPicPr>
            <p:cNvPr id="4" name="Imagen 3">
              <a:extLst>
                <a:ext uri="{FF2B5EF4-FFF2-40B4-BE49-F238E27FC236}">
                  <a16:creationId xmlns:a16="http://schemas.microsoft.com/office/drawing/2014/main" id="{3051E8F7-021B-497B-A676-8142240D8E84}"/>
                </a:ext>
              </a:extLst>
            </p:cNvPr>
            <p:cNvPicPr>
              <a:picLocks noChangeAspect="1"/>
            </p:cNvPicPr>
            <p:nvPr userDrawn="1"/>
          </p:nvPicPr>
          <p:blipFill>
            <a:blip r:embed="rId3"/>
            <a:stretch>
              <a:fillRect/>
            </a:stretch>
          </p:blipFill>
          <p:spPr>
            <a:xfrm>
              <a:off x="1569453" y="5505450"/>
              <a:ext cx="1331493" cy="443831"/>
            </a:xfrm>
            <a:prstGeom prst="rect">
              <a:avLst/>
            </a:prstGeom>
          </p:spPr>
        </p:pic>
      </p:grpSp>
      <p:pic>
        <p:nvPicPr>
          <p:cNvPr id="5" name="Imagen 4">
            <a:extLst>
              <a:ext uri="{FF2B5EF4-FFF2-40B4-BE49-F238E27FC236}">
                <a16:creationId xmlns:a16="http://schemas.microsoft.com/office/drawing/2014/main" id="{BA44E097-D359-D78B-4054-E34A9D1A9706}"/>
              </a:ext>
            </a:extLst>
          </p:cNvPr>
          <p:cNvPicPr>
            <a:picLocks noChangeAspect="1"/>
          </p:cNvPicPr>
          <p:nvPr userDrawn="1"/>
        </p:nvPicPr>
        <p:blipFill>
          <a:blip r:embed="rId4"/>
          <a:stretch>
            <a:fillRect/>
          </a:stretch>
        </p:blipFill>
        <p:spPr>
          <a:xfrm>
            <a:off x="4097179" y="2291644"/>
            <a:ext cx="3997641" cy="1296903"/>
          </a:xfrm>
          <a:prstGeom prst="rect">
            <a:avLst/>
          </a:prstGeom>
        </p:spPr>
      </p:pic>
    </p:spTree>
    <p:extLst>
      <p:ext uri="{BB962C8B-B14F-4D97-AF65-F5344CB8AC3E}">
        <p14:creationId xmlns:p14="http://schemas.microsoft.com/office/powerpoint/2010/main" val="3491390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8C4651-2B5D-EA62-AC04-17BFDE1E2A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dirty="0"/>
              <a:t>Haz clic para modificar el estilo de título del patrón</a:t>
            </a:r>
            <a:endParaRPr lang="es-CL" dirty="0"/>
          </a:p>
        </p:txBody>
      </p:sp>
      <p:sp>
        <p:nvSpPr>
          <p:cNvPr id="3" name="Marcador de texto 2">
            <a:extLst>
              <a:ext uri="{FF2B5EF4-FFF2-40B4-BE49-F238E27FC236}">
                <a16:creationId xmlns:a16="http://schemas.microsoft.com/office/drawing/2014/main" id="{B594B6F9-D351-5B1B-2766-68737957A6F8}"/>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CL" dirty="0"/>
          </a:p>
        </p:txBody>
      </p:sp>
      <p:sp>
        <p:nvSpPr>
          <p:cNvPr id="4" name="Marcador de fecha 3">
            <a:extLst>
              <a:ext uri="{FF2B5EF4-FFF2-40B4-BE49-F238E27FC236}">
                <a16:creationId xmlns:a16="http://schemas.microsoft.com/office/drawing/2014/main" id="{22B60EAB-2F87-323A-DB12-7A3211AAE1BB}"/>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04031C-1D81-E945-A028-78780D1B7DE5}" type="datetimeFigureOut">
              <a:rPr lang="es-CL" smtClean="0"/>
              <a:t>07-09-2026</a:t>
            </a:fld>
            <a:endParaRPr lang="es-CL"/>
          </a:p>
        </p:txBody>
      </p:sp>
      <p:sp>
        <p:nvSpPr>
          <p:cNvPr id="5" name="Marcador de pie de página 4">
            <a:extLst>
              <a:ext uri="{FF2B5EF4-FFF2-40B4-BE49-F238E27FC236}">
                <a16:creationId xmlns:a16="http://schemas.microsoft.com/office/drawing/2014/main" id="{F31700A7-BE34-6E4B-B14E-9AFE52C9C7A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349A16B8-55E4-4139-4DE1-4DF901B444B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BEC0DC-B55F-A543-ADED-336BFEE3FCEB}" type="slidenum">
              <a:rPr lang="es-CL" smtClean="0"/>
              <a:t>‹Nº›</a:t>
            </a:fld>
            <a:endParaRPr lang="es-CL"/>
          </a:p>
        </p:txBody>
      </p:sp>
    </p:spTree>
    <p:extLst>
      <p:ext uri="{BB962C8B-B14F-4D97-AF65-F5344CB8AC3E}">
        <p14:creationId xmlns:p14="http://schemas.microsoft.com/office/powerpoint/2010/main" val="1693028746"/>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5" r:id="rId5"/>
    <p:sldLayoutId id="2147483650" r:id="rId6"/>
    <p:sldLayoutId id="2147483651" r:id="rId7"/>
    <p:sldLayoutId id="2147483653" r:id="rId8"/>
    <p:sldLayoutId id="2147483652" r:id="rId9"/>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DDA3FC-36B2-5E48-53A8-51083BBEE302}"/>
              </a:ext>
            </a:extLst>
          </p:cNvPr>
          <p:cNvSpPr>
            <a:spLocks noGrp="1"/>
          </p:cNvSpPr>
          <p:nvPr>
            <p:ph type="title"/>
          </p:nvPr>
        </p:nvSpPr>
        <p:spPr>
          <a:xfrm>
            <a:off x="6830507" y="2279794"/>
            <a:ext cx="2956725" cy="1306054"/>
          </a:xfrm>
        </p:spPr>
        <p:txBody>
          <a:bodyPr>
            <a:normAutofit/>
          </a:bodyPr>
          <a:lstStyle/>
          <a:p>
            <a:r>
              <a:rPr lang="es-MX" sz="3200" dirty="0">
                <a:latin typeface="Arial"/>
                <a:cs typeface="Arial"/>
              </a:rPr>
              <a:t>Repuestos RS</a:t>
            </a:r>
            <a:endParaRPr lang="es-CL" sz="3200" dirty="0"/>
          </a:p>
        </p:txBody>
      </p:sp>
      <p:sp>
        <p:nvSpPr>
          <p:cNvPr id="3" name="Subtítulo 2">
            <a:extLst>
              <a:ext uri="{FF2B5EF4-FFF2-40B4-BE49-F238E27FC236}">
                <a16:creationId xmlns:a16="http://schemas.microsoft.com/office/drawing/2014/main" id="{74C79772-4F2B-0631-AEB4-ED8B13764062}"/>
              </a:ext>
            </a:extLst>
          </p:cNvPr>
          <p:cNvSpPr>
            <a:spLocks noGrp="1"/>
          </p:cNvSpPr>
          <p:nvPr>
            <p:ph type="subTitle" idx="4"/>
          </p:nvPr>
        </p:nvSpPr>
        <p:spPr>
          <a:xfrm>
            <a:off x="7013388" y="4192312"/>
            <a:ext cx="4287335" cy="1271117"/>
          </a:xfrm>
        </p:spPr>
        <p:txBody>
          <a:bodyPr/>
          <a:lstStyle/>
          <a:p>
            <a:pPr marL="0" indent="0">
              <a:buNone/>
            </a:pPr>
            <a:r>
              <a:rPr lang="es-CL" sz="1600" i="1" dirty="0"/>
              <a:t>Alumno</a:t>
            </a:r>
            <a:r>
              <a:rPr lang="es-CL" sz="1600" dirty="0"/>
              <a:t>: Sebastián Flores</a:t>
            </a:r>
          </a:p>
          <a:p>
            <a:pPr marL="0" indent="0">
              <a:buNone/>
            </a:pPr>
            <a:r>
              <a:rPr lang="es-CL" sz="1600" i="1" dirty="0"/>
              <a:t>Asignatura</a:t>
            </a:r>
            <a:r>
              <a:rPr lang="es-CL" sz="1600" dirty="0"/>
              <a:t>: PT4614 </a:t>
            </a:r>
            <a:r>
              <a:rPr lang="es-CL" sz="1600" dirty="0" err="1"/>
              <a:t>Capstone</a:t>
            </a:r>
            <a:r>
              <a:rPr lang="es-CL" sz="1600" dirty="0"/>
              <a:t> – Sección 005D</a:t>
            </a:r>
          </a:p>
          <a:p>
            <a:pPr marL="0" indent="0">
              <a:buNone/>
            </a:pPr>
            <a:r>
              <a:rPr lang="es-CL" sz="1600" i="1" dirty="0"/>
              <a:t>Profesor</a:t>
            </a:r>
            <a:r>
              <a:rPr lang="es-CL" sz="1600" dirty="0"/>
              <a:t>: Fabián Álvarez</a:t>
            </a:r>
          </a:p>
          <a:p>
            <a:pPr marL="0" indent="0">
              <a:buNone/>
            </a:pPr>
            <a:r>
              <a:rPr lang="es-CL" sz="1600" dirty="0"/>
              <a:t>Fecha: 03/09/2026</a:t>
            </a:r>
          </a:p>
        </p:txBody>
      </p:sp>
      <p:sp>
        <p:nvSpPr>
          <p:cNvPr id="5" name="CuadroTexto 4">
            <a:extLst>
              <a:ext uri="{FF2B5EF4-FFF2-40B4-BE49-F238E27FC236}">
                <a16:creationId xmlns:a16="http://schemas.microsoft.com/office/drawing/2014/main" id="{A3265A22-56E3-7C67-1D42-F51A9CC02120}"/>
              </a:ext>
            </a:extLst>
          </p:cNvPr>
          <p:cNvSpPr txBox="1"/>
          <p:nvPr/>
        </p:nvSpPr>
        <p:spPr>
          <a:xfrm>
            <a:off x="6635707" y="3152001"/>
            <a:ext cx="4583036" cy="461665"/>
          </a:xfrm>
          <a:prstGeom prst="rect">
            <a:avLst/>
          </a:prstGeom>
          <a:noFill/>
        </p:spPr>
        <p:txBody>
          <a:bodyPr wrap="square">
            <a:spAutoFit/>
          </a:bodyPr>
          <a:lstStyle/>
          <a:p>
            <a:r>
              <a:rPr lang="es-CL" sz="1200" i="1" dirty="0">
                <a:solidFill>
                  <a:schemeClr val="bg1"/>
                </a:solidFill>
              </a:rPr>
              <a:t>E-</a:t>
            </a:r>
            <a:r>
              <a:rPr lang="es-CL" sz="1200" i="1" dirty="0" err="1">
                <a:solidFill>
                  <a:schemeClr val="bg1"/>
                </a:solidFill>
              </a:rPr>
              <a:t>commerce</a:t>
            </a:r>
            <a:r>
              <a:rPr lang="es-CL" sz="1200" i="1" dirty="0">
                <a:solidFill>
                  <a:schemeClr val="bg1"/>
                </a:solidFill>
              </a:rPr>
              <a:t> Automotriz de Nueva Generación y Recomendaciones Inteligentes.</a:t>
            </a:r>
          </a:p>
        </p:txBody>
      </p:sp>
    </p:spTree>
    <p:extLst>
      <p:ext uri="{BB962C8B-B14F-4D97-AF65-F5344CB8AC3E}">
        <p14:creationId xmlns:p14="http://schemas.microsoft.com/office/powerpoint/2010/main" val="130920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p:txBody>
          <a:bodyPr/>
          <a:lstStyle/>
          <a:p>
            <a:pPr marL="0" indent="0">
              <a:buNone/>
            </a:pPr>
            <a:r>
              <a:rPr lang="es-MX" dirty="0"/>
              <a:t>Executive </a:t>
            </a:r>
            <a:r>
              <a:rPr lang="es-MX" dirty="0" err="1"/>
              <a:t>Summary</a:t>
            </a:r>
            <a:endParaRPr lang="es-CL" dirty="0"/>
          </a:p>
        </p:txBody>
      </p:sp>
      <p:sp>
        <p:nvSpPr>
          <p:cNvPr id="3" name="Marcador de texto 2">
            <a:extLst>
              <a:ext uri="{FF2B5EF4-FFF2-40B4-BE49-F238E27FC236}">
                <a16:creationId xmlns:a16="http://schemas.microsoft.com/office/drawing/2014/main" id="{E4EF0026-D2A1-FEC2-6E09-DE4B8D3DE528}"/>
              </a:ext>
            </a:extLst>
          </p:cNvPr>
          <p:cNvSpPr>
            <a:spLocks noGrp="1"/>
          </p:cNvSpPr>
          <p:nvPr>
            <p:ph type="body" sz="quarter" idx="14"/>
          </p:nvPr>
        </p:nvSpPr>
        <p:spPr>
          <a:xfrm>
            <a:off x="640715" y="1137570"/>
            <a:ext cx="6555952" cy="3180429"/>
          </a:xfrm>
        </p:spPr>
        <p:txBody>
          <a:bodyPr>
            <a:normAutofit/>
          </a:bodyPr>
          <a:lstStyle/>
          <a:p>
            <a:r>
              <a:rPr lang="es-CL" dirty="0"/>
              <a:t>El mercado actual de repuestos online genera profunda frustración. Los usuarios enfrentan catálogos sin fotografías, filtros de compatibilidad ineficientes y un servicio de atención al cliente (ej. </a:t>
            </a:r>
            <a:r>
              <a:rPr lang="es-CL" dirty="0" err="1"/>
              <a:t>Autoplanet</a:t>
            </a:r>
            <a:r>
              <a:rPr lang="es-CL" dirty="0"/>
              <a:t>) que tarda en responder dudas críticas.</a:t>
            </a:r>
          </a:p>
          <a:p>
            <a:r>
              <a:rPr lang="es-CL" dirty="0"/>
              <a:t>"Repuestos RS" nace como un negocio nuevo diseñado desde cero para garantizar la </a:t>
            </a:r>
            <a:r>
              <a:rPr lang="es-CL" b="1" dirty="0"/>
              <a:t>transparencia total de datos</a:t>
            </a:r>
            <a:r>
              <a:rPr lang="es-CL" dirty="0"/>
              <a:t>. Nuestro catálogo estructural elimina la incertidumbre de compra al detallar con precisión militar los modelos y marcas compatibles de cada pieza. </a:t>
            </a:r>
          </a:p>
          <a:p>
            <a:r>
              <a:rPr lang="es-CL" dirty="0"/>
              <a:t>El núcleo es un motor de recomendación para automatizar el </a:t>
            </a:r>
            <a:r>
              <a:rPr lang="es-CL" i="1" dirty="0" err="1"/>
              <a:t>cross-selling</a:t>
            </a:r>
            <a:r>
              <a:rPr lang="es-CL" dirty="0"/>
              <a:t>. Su arquitectura escalable prepara el terreno para una futura integración de IA/</a:t>
            </a:r>
            <a:r>
              <a:rPr lang="es-CL" dirty="0" err="1"/>
              <a:t>Chatbots</a:t>
            </a:r>
            <a:r>
              <a:rPr lang="es-CL" dirty="0"/>
              <a:t>, apuntando a una atención instantánea y autónoma.</a:t>
            </a:r>
          </a:p>
        </p:txBody>
      </p:sp>
    </p:spTree>
    <p:extLst>
      <p:ext uri="{BB962C8B-B14F-4D97-AF65-F5344CB8AC3E}">
        <p14:creationId xmlns:p14="http://schemas.microsoft.com/office/powerpoint/2010/main" val="4180647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057C3-E1CD-CD8A-EFA0-C0F9386E0144}"/>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C3CC09A9-4E4E-3F15-10C3-28219B18197A}"/>
              </a:ext>
            </a:extLst>
          </p:cNvPr>
          <p:cNvSpPr>
            <a:spLocks noGrp="1"/>
          </p:cNvSpPr>
          <p:nvPr>
            <p:ph type="body" sz="quarter" idx="13"/>
          </p:nvPr>
        </p:nvSpPr>
        <p:spPr>
          <a:xfrm>
            <a:off x="1662156" y="663980"/>
            <a:ext cx="8867687" cy="469685"/>
          </a:xfrm>
        </p:spPr>
        <p:txBody>
          <a:bodyPr/>
          <a:lstStyle/>
          <a:p>
            <a:pPr marL="0" indent="0">
              <a:buNone/>
            </a:pPr>
            <a:r>
              <a:rPr lang="es-CL" dirty="0"/>
              <a:t>Definición del Proyecto y Relevancia Laboral</a:t>
            </a:r>
          </a:p>
        </p:txBody>
      </p:sp>
      <p:sp>
        <p:nvSpPr>
          <p:cNvPr id="3" name="Marcador de texto 2">
            <a:extLst>
              <a:ext uri="{FF2B5EF4-FFF2-40B4-BE49-F238E27FC236}">
                <a16:creationId xmlns:a16="http://schemas.microsoft.com/office/drawing/2014/main" id="{B582213A-5759-B141-4134-8C090BD6F053}"/>
              </a:ext>
            </a:extLst>
          </p:cNvPr>
          <p:cNvSpPr>
            <a:spLocks noGrp="1"/>
          </p:cNvSpPr>
          <p:nvPr>
            <p:ph type="body" sz="quarter" idx="14"/>
          </p:nvPr>
        </p:nvSpPr>
        <p:spPr>
          <a:xfrm>
            <a:off x="2818023" y="1497023"/>
            <a:ext cx="6555952" cy="3180429"/>
          </a:xfrm>
        </p:spPr>
        <p:txBody>
          <a:bodyPr>
            <a:normAutofit/>
          </a:bodyPr>
          <a:lstStyle/>
          <a:p>
            <a:r>
              <a:rPr lang="es-CL" b="1" dirty="0"/>
              <a:t>Propuesta de Valor:</a:t>
            </a:r>
            <a:r>
              <a:rPr lang="es-CL" dirty="0"/>
              <a:t> Crear una plataforma donde la compatibilidad de repuestos sea tan explícita y transparente que elimine por completo la necesidad del cliente de contactar a soporte técnico.</a:t>
            </a:r>
          </a:p>
          <a:p>
            <a:r>
              <a:rPr lang="es-CL" dirty="0"/>
              <a:t>Al resolver la falta de información, se aumentan las tasas de conversión. Sumado al algoritmo de sugerencias en tiempo real, se incrementa significativamente el ticket promedio de compra.</a:t>
            </a:r>
          </a:p>
          <a:p>
            <a:r>
              <a:rPr lang="es-CL" dirty="0"/>
              <a:t>Demuestra la capacidad técnica para identificar una brecha en el mercado y solucionarla mediante la creación de software complejo, desde el levantamiento de requisitos hasta la implantación de una arquitectura web escalable. </a:t>
            </a:r>
          </a:p>
        </p:txBody>
      </p:sp>
    </p:spTree>
    <p:extLst>
      <p:ext uri="{BB962C8B-B14F-4D97-AF65-F5344CB8AC3E}">
        <p14:creationId xmlns:p14="http://schemas.microsoft.com/office/powerpoint/2010/main" val="1128733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F757B03-9327-B144-36A0-D0C118A7A28D}"/>
              </a:ext>
            </a:extLst>
          </p:cNvPr>
          <p:cNvSpPr>
            <a:spLocks noGrp="1"/>
          </p:cNvSpPr>
          <p:nvPr>
            <p:ph type="body" sz="quarter" idx="13"/>
          </p:nvPr>
        </p:nvSpPr>
        <p:spPr>
          <a:xfrm>
            <a:off x="2270234" y="506461"/>
            <a:ext cx="8533080" cy="962885"/>
          </a:xfrm>
        </p:spPr>
        <p:txBody>
          <a:bodyPr/>
          <a:lstStyle/>
          <a:p>
            <a:pPr algn="ctr"/>
            <a:r>
              <a:rPr lang="es-CL" dirty="0"/>
              <a:t>Alineación con Perfil de Egreso e Intereses Profesionales</a:t>
            </a:r>
          </a:p>
        </p:txBody>
      </p:sp>
      <p:sp>
        <p:nvSpPr>
          <p:cNvPr id="5" name="CuadroTexto 4">
            <a:extLst>
              <a:ext uri="{FF2B5EF4-FFF2-40B4-BE49-F238E27FC236}">
                <a16:creationId xmlns:a16="http://schemas.microsoft.com/office/drawing/2014/main" id="{9E3D89C9-A27E-C269-F02F-7659627CAFEA}"/>
              </a:ext>
            </a:extLst>
          </p:cNvPr>
          <p:cNvSpPr txBox="1"/>
          <p:nvPr/>
        </p:nvSpPr>
        <p:spPr>
          <a:xfrm>
            <a:off x="3489300" y="1727062"/>
            <a:ext cx="6094948" cy="2585323"/>
          </a:xfrm>
          <a:prstGeom prst="rect">
            <a:avLst/>
          </a:prstGeom>
          <a:noFill/>
        </p:spPr>
        <p:txBody>
          <a:bodyPr wrap="square">
            <a:spAutoFit/>
          </a:bodyPr>
          <a:lstStyle/>
          <a:p>
            <a:r>
              <a:rPr lang="es-CL" sz="1400" b="1" dirty="0">
                <a:latin typeface="Arial" panose="020B0604020202020204" pitchFamily="34" charset="0"/>
                <a:cs typeface="Arial" panose="020B0604020202020204" pitchFamily="34" charset="0"/>
              </a:rPr>
              <a:t>Competencias del Plan de Estudios:</a:t>
            </a:r>
            <a:r>
              <a:rPr lang="es-CL" sz="1400" dirty="0">
                <a:latin typeface="Arial" panose="020B0604020202020204" pitchFamily="34" charset="0"/>
                <a:cs typeface="Arial" panose="020B0604020202020204" pitchFamily="34" charset="0"/>
              </a:rPr>
              <a:t> El desarrollo obliga a diseñar soluciones de software innovadoras, aplicando su ciclo de vida completo. Además, exige construir modelos de datos escalables en el tiempo para soportar la compleja matriz de compatibilidades automotrices.</a:t>
            </a:r>
          </a:p>
          <a:p>
            <a:endParaRPr lang="es-CL" dirty="0"/>
          </a:p>
          <a:p>
            <a:r>
              <a:rPr lang="es-CL" sz="1400" b="1" dirty="0">
                <a:latin typeface="Arial" panose="020B0604020202020204" pitchFamily="34" charset="0"/>
                <a:cs typeface="Arial" panose="020B0604020202020204" pitchFamily="34" charset="0"/>
              </a:rPr>
              <a:t>Intereses Profesionales:</a:t>
            </a:r>
            <a:r>
              <a:rPr lang="es-CL" sz="1400" dirty="0">
                <a:latin typeface="Arial" panose="020B0604020202020204" pitchFamily="34" charset="0"/>
                <a:cs typeface="Arial" panose="020B0604020202020204" pitchFamily="34" charset="0"/>
              </a:rPr>
              <a:t> Esta iniciativa calza directamente con mi motivación por la programación pura, la arquitectura </a:t>
            </a:r>
            <a:r>
              <a:rPr lang="es-CL" sz="1400" dirty="0" err="1">
                <a:latin typeface="Arial" panose="020B0604020202020204" pitchFamily="34" charset="0"/>
                <a:cs typeface="Arial" panose="020B0604020202020204" pitchFamily="34" charset="0"/>
              </a:rPr>
              <a:t>backend</a:t>
            </a:r>
            <a:r>
              <a:rPr lang="es-CL" sz="1400" dirty="0">
                <a:latin typeface="Arial" panose="020B0604020202020204" pitchFamily="34" charset="0"/>
                <a:cs typeface="Arial" panose="020B0604020202020204" pitchFamily="34" charset="0"/>
              </a:rPr>
              <a:t> y la gestión avanzada de bases de datos relacionales (SQL). Es un proyecto clave para mi portafolio que demuestra mi capacidad para resolver fricciones reales de usuarios mediante lógica condicional eficiente.</a:t>
            </a:r>
          </a:p>
          <a:p>
            <a:endParaRPr lang="es-CL" dirty="0"/>
          </a:p>
        </p:txBody>
      </p:sp>
    </p:spTree>
    <p:extLst>
      <p:ext uri="{BB962C8B-B14F-4D97-AF65-F5344CB8AC3E}">
        <p14:creationId xmlns:p14="http://schemas.microsoft.com/office/powerpoint/2010/main" val="34147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9B9AF8E-3B84-0932-2830-8A08A119264A}"/>
              </a:ext>
            </a:extLst>
          </p:cNvPr>
          <p:cNvSpPr>
            <a:spLocks noGrp="1"/>
          </p:cNvSpPr>
          <p:nvPr>
            <p:ph type="body" sz="quarter" idx="13"/>
          </p:nvPr>
        </p:nvSpPr>
        <p:spPr>
          <a:xfrm>
            <a:off x="3637612" y="670287"/>
            <a:ext cx="4916775" cy="469685"/>
          </a:xfrm>
        </p:spPr>
        <p:txBody>
          <a:bodyPr/>
          <a:lstStyle/>
          <a:p>
            <a:pPr marL="0" indent="0">
              <a:buNone/>
            </a:pPr>
            <a:r>
              <a:rPr lang="es-MX" dirty="0"/>
              <a:t>Objetivos del Proyecto</a:t>
            </a:r>
            <a:endParaRPr lang="es-CL" dirty="0"/>
          </a:p>
        </p:txBody>
      </p:sp>
      <p:sp>
        <p:nvSpPr>
          <p:cNvPr id="3" name="Marcador de texto 2">
            <a:extLst>
              <a:ext uri="{FF2B5EF4-FFF2-40B4-BE49-F238E27FC236}">
                <a16:creationId xmlns:a16="http://schemas.microsoft.com/office/drawing/2014/main" id="{EDB51442-AF87-DD3C-3E7D-FE79E4887BFE}"/>
              </a:ext>
            </a:extLst>
          </p:cNvPr>
          <p:cNvSpPr>
            <a:spLocks noGrp="1"/>
          </p:cNvSpPr>
          <p:nvPr>
            <p:ph type="body" sz="quarter" idx="14"/>
          </p:nvPr>
        </p:nvSpPr>
        <p:spPr>
          <a:xfrm>
            <a:off x="2799956" y="1351982"/>
            <a:ext cx="6356656" cy="3270468"/>
          </a:xfrm>
        </p:spPr>
        <p:txBody>
          <a:bodyPr>
            <a:noAutofit/>
          </a:bodyPr>
          <a:lstStyle/>
          <a:p>
            <a:pPr marL="0" indent="0">
              <a:buNone/>
            </a:pPr>
            <a:r>
              <a:rPr lang="es-CL" b="1" dirty="0"/>
              <a:t>Objetivo General:</a:t>
            </a:r>
            <a:r>
              <a:rPr lang="es-CL" dirty="0"/>
              <a:t> Desarrollar desde cero una plataforma e-</a:t>
            </a:r>
            <a:r>
              <a:rPr lang="es-CL" dirty="0" err="1"/>
              <a:t>commerce</a:t>
            </a:r>
            <a:r>
              <a:rPr lang="es-CL" dirty="0"/>
              <a:t> de repuestos automotrices que garantice la transparencia de compatibilidades y automatice la venta cruzada mediante un motor de recomendación lógico.</a:t>
            </a:r>
          </a:p>
          <a:p>
            <a:pPr marL="0" indent="0">
              <a:buNone/>
            </a:pPr>
            <a:endParaRPr lang="es-CL" sz="1200" dirty="0"/>
          </a:p>
          <a:p>
            <a:pPr marL="0" indent="0">
              <a:buNone/>
            </a:pPr>
            <a:r>
              <a:rPr lang="es-CL" b="1" dirty="0"/>
              <a:t>Objetivos Específicos:</a:t>
            </a:r>
            <a:endParaRPr lang="es-CL" dirty="0"/>
          </a:p>
          <a:p>
            <a:pPr lvl="0"/>
            <a:r>
              <a:rPr lang="es-CL" dirty="0"/>
              <a:t>Modelar una base de datos relacional (SQL) que estructure de forma estricta el catálogo, asegurando que cada pieza esté vinculada de forma inequívoca a sus vehículos compatibles. </a:t>
            </a:r>
          </a:p>
          <a:p>
            <a:pPr lvl="0"/>
            <a:r>
              <a:rPr lang="es-CL" dirty="0"/>
              <a:t>Desarrollar un </a:t>
            </a:r>
            <a:r>
              <a:rPr lang="es-CL" dirty="0" err="1"/>
              <a:t>backend</a:t>
            </a:r>
            <a:r>
              <a:rPr lang="es-CL" dirty="0"/>
              <a:t> robusto (Django) que soporte la lógica de negocios y procese el comportamiento de compra en tiempo real para desplegar sugerencias cruzadas. </a:t>
            </a:r>
          </a:p>
          <a:p>
            <a:pPr lvl="0"/>
            <a:r>
              <a:rPr lang="es-CL" dirty="0"/>
              <a:t>Programar una interfaz de usuario (Angular) intuitiva que elimine la fricción de compra mostrando imágenes reales e información técnica transparente.</a:t>
            </a:r>
          </a:p>
          <a:p>
            <a:pPr marL="0" indent="0">
              <a:buNone/>
            </a:pPr>
            <a:endParaRPr lang="es-CL" sz="1200" dirty="0"/>
          </a:p>
        </p:txBody>
      </p:sp>
    </p:spTree>
    <p:extLst>
      <p:ext uri="{BB962C8B-B14F-4D97-AF65-F5344CB8AC3E}">
        <p14:creationId xmlns:p14="http://schemas.microsoft.com/office/powerpoint/2010/main" val="2625991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0D64-908D-AD7D-1352-D6D6BE49D2A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F9145D8-3A89-73F8-963C-9E777E0917F4}"/>
              </a:ext>
            </a:extLst>
          </p:cNvPr>
          <p:cNvSpPr>
            <a:spLocks noGrp="1"/>
          </p:cNvSpPr>
          <p:nvPr>
            <p:ph type="body" sz="quarter" idx="13"/>
          </p:nvPr>
        </p:nvSpPr>
        <p:spPr>
          <a:xfrm>
            <a:off x="2636511" y="632450"/>
            <a:ext cx="6918978" cy="469685"/>
          </a:xfrm>
        </p:spPr>
        <p:txBody>
          <a:bodyPr/>
          <a:lstStyle/>
          <a:p>
            <a:pPr marL="0" indent="0">
              <a:buNone/>
            </a:pPr>
            <a:r>
              <a:rPr lang="es-CL" dirty="0"/>
              <a:t>Metodología de Trabajo Disciplinar</a:t>
            </a:r>
          </a:p>
        </p:txBody>
      </p:sp>
      <p:sp>
        <p:nvSpPr>
          <p:cNvPr id="3" name="Marcador de texto 2">
            <a:extLst>
              <a:ext uri="{FF2B5EF4-FFF2-40B4-BE49-F238E27FC236}">
                <a16:creationId xmlns:a16="http://schemas.microsoft.com/office/drawing/2014/main" id="{A6758DDD-C15B-3643-0EED-EA8D68647BFF}"/>
              </a:ext>
            </a:extLst>
          </p:cNvPr>
          <p:cNvSpPr>
            <a:spLocks noGrp="1"/>
          </p:cNvSpPr>
          <p:nvPr>
            <p:ph type="body" sz="quarter" idx="14"/>
          </p:nvPr>
        </p:nvSpPr>
        <p:spPr>
          <a:xfrm>
            <a:off x="2917672" y="1572699"/>
            <a:ext cx="6356656" cy="3270468"/>
          </a:xfrm>
        </p:spPr>
        <p:txBody>
          <a:bodyPr>
            <a:noAutofit/>
          </a:bodyPr>
          <a:lstStyle/>
          <a:p>
            <a:pPr marL="0" indent="0">
              <a:buNone/>
            </a:pPr>
            <a:r>
              <a:rPr lang="es-CL" dirty="0"/>
              <a:t>Se utilizará un enfoque tradicional inicial (Modelo de Vistas 4+1) fusionado con una metodología ágil (</a:t>
            </a:r>
            <a:r>
              <a:rPr lang="es-CL" dirty="0" err="1"/>
              <a:t>Sprints</a:t>
            </a:r>
            <a:r>
              <a:rPr lang="es-CL" dirty="0"/>
              <a:t>) para la fase de construcción.</a:t>
            </a:r>
            <a:endParaRPr lang="es-CL" sz="1200" dirty="0"/>
          </a:p>
          <a:p>
            <a:pPr marL="0" indent="0">
              <a:buNone/>
            </a:pPr>
            <a:r>
              <a:rPr lang="es-CL" dirty="0"/>
              <a:t>El Modelo 4+1 es obligatorio en la fase inicial para mapear sin errores las complejas relaciones de la base de datos, las cuales son el corazón de la transparencia de compatibilidad. </a:t>
            </a:r>
          </a:p>
          <a:p>
            <a:pPr marL="0" indent="0">
              <a:buNone/>
            </a:pPr>
            <a:r>
              <a:rPr lang="es-CL" dirty="0"/>
              <a:t>Trabajar en iteraciones permitirá desarrollar en paralelo el </a:t>
            </a:r>
            <a:r>
              <a:rPr lang="es-CL" dirty="0" err="1"/>
              <a:t>Frontend</a:t>
            </a:r>
            <a:r>
              <a:rPr lang="es-CL" dirty="0"/>
              <a:t> y el </a:t>
            </a:r>
            <a:r>
              <a:rPr lang="es-CL" dirty="0" err="1"/>
              <a:t>Backend</a:t>
            </a:r>
            <a:r>
              <a:rPr lang="es-CL" dirty="0"/>
              <a:t>, garantizando pruebas continuas sobre la efectividad del filtro de compatibilidades y el carrito de compras.</a:t>
            </a:r>
          </a:p>
        </p:txBody>
      </p:sp>
    </p:spTree>
    <p:extLst>
      <p:ext uri="{BB962C8B-B14F-4D97-AF65-F5344CB8AC3E}">
        <p14:creationId xmlns:p14="http://schemas.microsoft.com/office/powerpoint/2010/main" val="192470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2E027-30BD-B52A-1EA9-7C68E43E448F}"/>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4017D03-C1F8-3ED9-C53B-F5E6149A5E9F}"/>
              </a:ext>
            </a:extLst>
          </p:cNvPr>
          <p:cNvSpPr>
            <a:spLocks noGrp="1"/>
          </p:cNvSpPr>
          <p:nvPr>
            <p:ph type="body" sz="quarter" idx="13"/>
          </p:nvPr>
        </p:nvSpPr>
        <p:spPr>
          <a:xfrm>
            <a:off x="2270234" y="506462"/>
            <a:ext cx="8533080" cy="552982"/>
          </a:xfrm>
        </p:spPr>
        <p:txBody>
          <a:bodyPr/>
          <a:lstStyle/>
          <a:p>
            <a:pPr algn="ctr"/>
            <a:r>
              <a:rPr lang="es-CL" dirty="0"/>
              <a:t>Plan de Trabajo y Cronograma</a:t>
            </a:r>
          </a:p>
        </p:txBody>
      </p:sp>
      <p:sp>
        <p:nvSpPr>
          <p:cNvPr id="5" name="CuadroTexto 4">
            <a:extLst>
              <a:ext uri="{FF2B5EF4-FFF2-40B4-BE49-F238E27FC236}">
                <a16:creationId xmlns:a16="http://schemas.microsoft.com/office/drawing/2014/main" id="{F296D80D-1DD9-860D-52AD-9784239FBB4C}"/>
              </a:ext>
            </a:extLst>
          </p:cNvPr>
          <p:cNvSpPr txBox="1"/>
          <p:nvPr/>
        </p:nvSpPr>
        <p:spPr>
          <a:xfrm>
            <a:off x="3482994" y="1544182"/>
            <a:ext cx="6094948" cy="2954655"/>
          </a:xfrm>
          <a:prstGeom prst="rect">
            <a:avLst/>
          </a:prstGeom>
          <a:noFill/>
        </p:spPr>
        <p:txBody>
          <a:bodyPr wrap="square">
            <a:spAutoFit/>
          </a:bodyPr>
          <a:lstStyle/>
          <a:p>
            <a:pPr lvl="0"/>
            <a:r>
              <a:rPr lang="es-CL" sz="1400" b="1" dirty="0">
                <a:latin typeface="Arial" panose="020B0604020202020204" pitchFamily="34" charset="0"/>
                <a:cs typeface="Arial" panose="020B0604020202020204" pitchFamily="34" charset="0"/>
              </a:rPr>
              <a:t>Cronograma General:</a:t>
            </a:r>
            <a:r>
              <a:rPr lang="es-CL" sz="1400" dirty="0">
                <a:latin typeface="Arial" panose="020B0604020202020204" pitchFamily="34" charset="0"/>
                <a:cs typeface="Arial" panose="020B0604020202020204" pitchFamily="34" charset="0"/>
              </a:rPr>
              <a:t> Ejecución dividida en 3 grandes fases a lo largo de las 18 semanas académicas. </a:t>
            </a:r>
          </a:p>
          <a:p>
            <a:pPr lvl="0"/>
            <a:r>
              <a:rPr lang="es-CL" sz="1400" b="1" dirty="0">
                <a:latin typeface="Arial" panose="020B0604020202020204" pitchFamily="34" charset="0"/>
                <a:cs typeface="Arial" panose="020B0604020202020204" pitchFamily="34" charset="0"/>
              </a:rPr>
              <a:t>Fase 1 (Semanas 1-4):</a:t>
            </a:r>
            <a:r>
              <a:rPr lang="es-CL" sz="1400" dirty="0">
                <a:latin typeface="Arial" panose="020B0604020202020204" pitchFamily="34" charset="0"/>
                <a:cs typeface="Arial" panose="020B0604020202020204" pitchFamily="34" charset="0"/>
              </a:rPr>
              <a:t> Ingeniería de requisitos, diseño de la arquitectura web y estructuración del diagrama de base de datos. </a:t>
            </a:r>
          </a:p>
          <a:p>
            <a:pPr lvl="0"/>
            <a:r>
              <a:rPr lang="es-CL" sz="1400" b="1" dirty="0">
                <a:latin typeface="Arial" panose="020B0604020202020204" pitchFamily="34" charset="0"/>
                <a:cs typeface="Arial" panose="020B0604020202020204" pitchFamily="34" charset="0"/>
              </a:rPr>
              <a:t>Fase 2 (Semanas 5-16):</a:t>
            </a:r>
            <a:r>
              <a:rPr lang="es-CL" sz="1400" dirty="0">
                <a:latin typeface="Arial" panose="020B0604020202020204" pitchFamily="34" charset="0"/>
                <a:cs typeface="Arial" panose="020B0604020202020204" pitchFamily="34" charset="0"/>
              </a:rPr>
              <a:t> Programación iterativa del ecosistema completo, conectando las bases de datos SQL con el </a:t>
            </a:r>
            <a:r>
              <a:rPr lang="es-CL" sz="1400" dirty="0" err="1">
                <a:latin typeface="Arial" panose="020B0604020202020204" pitchFamily="34" charset="0"/>
                <a:cs typeface="Arial" panose="020B0604020202020204" pitchFamily="34" charset="0"/>
              </a:rPr>
              <a:t>backend</a:t>
            </a:r>
            <a:r>
              <a:rPr lang="es-CL" sz="1400" dirty="0">
                <a:latin typeface="Arial" panose="020B0604020202020204" pitchFamily="34" charset="0"/>
                <a:cs typeface="Arial" panose="020B0604020202020204" pitchFamily="34" charset="0"/>
              </a:rPr>
              <a:t> y las interfaces de usuario. </a:t>
            </a:r>
          </a:p>
          <a:p>
            <a:pPr lvl="0"/>
            <a:r>
              <a:rPr lang="es-CL" sz="1400" b="1" dirty="0">
                <a:latin typeface="Arial" panose="020B0604020202020204" pitchFamily="34" charset="0"/>
                <a:cs typeface="Arial" panose="020B0604020202020204" pitchFamily="34" charset="0"/>
              </a:rPr>
              <a:t>Fase 3 (Semanas 17-18):</a:t>
            </a:r>
            <a:r>
              <a:rPr lang="es-CL" sz="1400" dirty="0">
                <a:latin typeface="Arial" panose="020B0604020202020204" pitchFamily="34" charset="0"/>
                <a:cs typeface="Arial" panose="020B0604020202020204" pitchFamily="34" charset="0"/>
              </a:rPr>
              <a:t> Ejecución de pruebas de validación de calidad, refinamiento del motor de recomendación y entrega final. </a:t>
            </a:r>
          </a:p>
          <a:p>
            <a:pPr lvl="0"/>
            <a:endParaRPr lang="es-CL" sz="1400" dirty="0">
              <a:latin typeface="Arial" panose="020B0604020202020204" pitchFamily="34" charset="0"/>
              <a:cs typeface="Arial" panose="020B0604020202020204" pitchFamily="34" charset="0"/>
            </a:endParaRPr>
          </a:p>
          <a:p>
            <a:pPr lvl="0"/>
            <a:r>
              <a:rPr lang="es-CL" sz="1400" b="1" dirty="0"/>
              <a:t>Recursos:</a:t>
            </a:r>
            <a:r>
              <a:rPr lang="es-CL" sz="1400" dirty="0"/>
              <a:t> Entornos de desarrollo de acceso libre, </a:t>
            </a:r>
            <a:r>
              <a:rPr lang="es-CL" sz="1400" dirty="0" err="1"/>
              <a:t>frameworks</a:t>
            </a:r>
            <a:r>
              <a:rPr lang="es-CL" sz="1400" dirty="0"/>
              <a:t> web y gestores de bases de datos.</a:t>
            </a:r>
            <a:endParaRPr lang="es-CL" sz="1400" dirty="0">
              <a:latin typeface="Arial" panose="020B0604020202020204" pitchFamily="34" charset="0"/>
              <a:cs typeface="Arial" panose="020B0604020202020204" pitchFamily="34" charset="0"/>
            </a:endParaRPr>
          </a:p>
          <a:p>
            <a:endParaRPr lang="es-CL" dirty="0"/>
          </a:p>
        </p:txBody>
      </p:sp>
    </p:spTree>
    <p:extLst>
      <p:ext uri="{BB962C8B-B14F-4D97-AF65-F5344CB8AC3E}">
        <p14:creationId xmlns:p14="http://schemas.microsoft.com/office/powerpoint/2010/main" val="376606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24FC2-DEEC-D970-2D8E-2EF113505B9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E93FF1EE-7B00-9F23-4E08-C7608C6B2953}"/>
              </a:ext>
            </a:extLst>
          </p:cNvPr>
          <p:cNvSpPr>
            <a:spLocks noGrp="1"/>
          </p:cNvSpPr>
          <p:nvPr>
            <p:ph type="body" sz="quarter" idx="13"/>
          </p:nvPr>
        </p:nvSpPr>
        <p:spPr>
          <a:xfrm>
            <a:off x="2636511" y="632450"/>
            <a:ext cx="6918978" cy="940249"/>
          </a:xfrm>
        </p:spPr>
        <p:txBody>
          <a:bodyPr/>
          <a:lstStyle/>
          <a:p>
            <a:pPr marL="0" indent="0" algn="ctr">
              <a:buNone/>
            </a:pPr>
            <a:r>
              <a:rPr lang="es-CL" dirty="0"/>
              <a:t>Factibilidad, Riesgos y Facilitadores</a:t>
            </a:r>
          </a:p>
        </p:txBody>
      </p:sp>
      <p:sp>
        <p:nvSpPr>
          <p:cNvPr id="3" name="Marcador de texto 2">
            <a:extLst>
              <a:ext uri="{FF2B5EF4-FFF2-40B4-BE49-F238E27FC236}">
                <a16:creationId xmlns:a16="http://schemas.microsoft.com/office/drawing/2014/main" id="{0B77B919-EBAD-EE0B-2A9A-F27FE92A9ED8}"/>
              </a:ext>
            </a:extLst>
          </p:cNvPr>
          <p:cNvSpPr>
            <a:spLocks noGrp="1"/>
          </p:cNvSpPr>
          <p:nvPr>
            <p:ph type="body" sz="quarter" idx="14"/>
          </p:nvPr>
        </p:nvSpPr>
        <p:spPr>
          <a:xfrm>
            <a:off x="2917672" y="1976296"/>
            <a:ext cx="6356656" cy="3270468"/>
          </a:xfrm>
        </p:spPr>
        <p:txBody>
          <a:bodyPr>
            <a:noAutofit/>
          </a:bodyPr>
          <a:lstStyle/>
          <a:p>
            <a:pPr marL="0" lvl="0" indent="0">
              <a:buNone/>
            </a:pPr>
            <a:r>
              <a:rPr lang="es-CL" dirty="0"/>
              <a:t>El desarrollo es totalmente viable en los tiempos asignados aprovechando librerías nativas actuales y </a:t>
            </a:r>
            <a:r>
              <a:rPr lang="es-CL" dirty="0" err="1"/>
              <a:t>frameworks</a:t>
            </a:r>
            <a:r>
              <a:rPr lang="es-CL" dirty="0"/>
              <a:t> que agilizan el proceso de programación. </a:t>
            </a:r>
          </a:p>
          <a:p>
            <a:pPr marL="0" lvl="0" indent="0">
              <a:buNone/>
            </a:pPr>
            <a:r>
              <a:rPr lang="es-CL" b="1" dirty="0"/>
              <a:t>Riesgo Principal:</a:t>
            </a:r>
            <a:r>
              <a:rPr lang="es-CL" dirty="0"/>
              <a:t> La inmensa complejidad de mapear modelos, marcas y años compatibles en la base de datos sin generar respuestas lentas (latencia) en el servidor.</a:t>
            </a:r>
          </a:p>
          <a:p>
            <a:pPr marL="0" lvl="0" indent="0">
              <a:buNone/>
            </a:pPr>
            <a:r>
              <a:rPr lang="es-CL" b="1" dirty="0"/>
              <a:t>Plan de Mitigación:</a:t>
            </a:r>
            <a:r>
              <a:rPr lang="es-CL" dirty="0"/>
              <a:t> Se diseñarán reglas SQL fuertemente indexadas desde el día uno y el catálogo inicial se acotará a un grupo específico de piezas, asegurando una arquitectura sólida antes de escalar el inventario.</a:t>
            </a:r>
          </a:p>
        </p:txBody>
      </p:sp>
    </p:spTree>
    <p:extLst>
      <p:ext uri="{BB962C8B-B14F-4D97-AF65-F5344CB8AC3E}">
        <p14:creationId xmlns:p14="http://schemas.microsoft.com/office/powerpoint/2010/main" val="1045425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7BDB5-B733-C03A-B4DD-1A16C62E05C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D5F208E-69FF-6D38-7D7C-559AA027EE64}"/>
              </a:ext>
            </a:extLst>
          </p:cNvPr>
          <p:cNvSpPr>
            <a:spLocks noGrp="1"/>
          </p:cNvSpPr>
          <p:nvPr>
            <p:ph type="body" sz="quarter" idx="13"/>
          </p:nvPr>
        </p:nvSpPr>
        <p:spPr>
          <a:xfrm>
            <a:off x="2636511" y="632450"/>
            <a:ext cx="6918978" cy="940249"/>
          </a:xfrm>
        </p:spPr>
        <p:txBody>
          <a:bodyPr/>
          <a:lstStyle/>
          <a:p>
            <a:pPr marL="0" indent="0" algn="ctr">
              <a:buNone/>
            </a:pPr>
            <a:r>
              <a:rPr lang="es-CL" dirty="0"/>
              <a:t>Plan de Evidencias e Indicadores de Calidad</a:t>
            </a:r>
          </a:p>
        </p:txBody>
      </p:sp>
      <p:sp>
        <p:nvSpPr>
          <p:cNvPr id="3" name="Marcador de texto 2">
            <a:extLst>
              <a:ext uri="{FF2B5EF4-FFF2-40B4-BE49-F238E27FC236}">
                <a16:creationId xmlns:a16="http://schemas.microsoft.com/office/drawing/2014/main" id="{D7918F38-54F0-FEFF-F620-3B25E1CBCEBE}"/>
              </a:ext>
            </a:extLst>
          </p:cNvPr>
          <p:cNvSpPr>
            <a:spLocks noGrp="1"/>
          </p:cNvSpPr>
          <p:nvPr>
            <p:ph type="body" sz="quarter" idx="14"/>
          </p:nvPr>
        </p:nvSpPr>
        <p:spPr>
          <a:xfrm>
            <a:off x="2917672" y="1976296"/>
            <a:ext cx="6356656" cy="3270468"/>
          </a:xfrm>
        </p:spPr>
        <p:txBody>
          <a:bodyPr>
            <a:noAutofit/>
          </a:bodyPr>
          <a:lstStyle/>
          <a:p>
            <a:pPr marL="0" lvl="0" indent="0">
              <a:buNone/>
            </a:pPr>
            <a:r>
              <a:rPr lang="es-CL" b="1" dirty="0"/>
              <a:t>Evidencias Tangibles:</a:t>
            </a:r>
            <a:r>
              <a:rPr lang="es-CL" dirty="0"/>
              <a:t> Documento de Arquitectura (Modelo 4+1, UML, DER), Prototipo Funcional (MVP) y la plataforma e-</a:t>
            </a:r>
            <a:r>
              <a:rPr lang="es-CL" dirty="0" err="1"/>
              <a:t>commerce</a:t>
            </a:r>
            <a:r>
              <a:rPr lang="es-CL" dirty="0"/>
              <a:t> 100% operativa. </a:t>
            </a:r>
          </a:p>
          <a:p>
            <a:pPr marL="0" lvl="0" indent="0">
              <a:buNone/>
            </a:pPr>
            <a:r>
              <a:rPr lang="es-CL" b="1" dirty="0"/>
              <a:t>Indicadores de Calidad de Datos:</a:t>
            </a:r>
            <a:r>
              <a:rPr lang="es-CL" dirty="0"/>
              <a:t> Evaluación sobre el diseño y la implementación de modelos de datos escalables que soporten efectivamente las reglas de la tienda. </a:t>
            </a:r>
          </a:p>
          <a:p>
            <a:pPr marL="0" lvl="0" indent="0">
              <a:buNone/>
            </a:pPr>
            <a:r>
              <a:rPr lang="es-CL" b="1" dirty="0"/>
              <a:t>Indicadores de Calidad de Software:</a:t>
            </a:r>
            <a:r>
              <a:rPr lang="es-CL" dirty="0"/>
              <a:t> Validación sobre la sistematización del proceso, la correcta integración de componentes </a:t>
            </a:r>
            <a:r>
              <a:rPr lang="es-CL" dirty="0" err="1"/>
              <a:t>Frontend</a:t>
            </a:r>
            <a:r>
              <a:rPr lang="es-CL" dirty="0"/>
              <a:t>/</a:t>
            </a:r>
            <a:r>
              <a:rPr lang="es-CL" dirty="0" err="1"/>
              <a:t>Backend</a:t>
            </a:r>
            <a:r>
              <a:rPr lang="es-CL" dirty="0"/>
              <a:t> y el diseño de pruebas certificadas.</a:t>
            </a:r>
          </a:p>
        </p:txBody>
      </p:sp>
    </p:spTree>
    <p:extLst>
      <p:ext uri="{BB962C8B-B14F-4D97-AF65-F5344CB8AC3E}">
        <p14:creationId xmlns:p14="http://schemas.microsoft.com/office/powerpoint/2010/main" val="265385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E61CE-B2AC-E892-5D08-C2382DAE787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8352245-EA28-6701-980A-B7E37945659F}"/>
              </a:ext>
            </a:extLst>
          </p:cNvPr>
          <p:cNvSpPr>
            <a:spLocks noGrp="1"/>
          </p:cNvSpPr>
          <p:nvPr>
            <p:ph type="body" sz="quarter" idx="13"/>
          </p:nvPr>
        </p:nvSpPr>
        <p:spPr>
          <a:xfrm>
            <a:off x="5108418" y="594748"/>
            <a:ext cx="2844100" cy="552982"/>
          </a:xfrm>
        </p:spPr>
        <p:txBody>
          <a:bodyPr/>
          <a:lstStyle/>
          <a:p>
            <a:pPr algn="ctr"/>
            <a:r>
              <a:rPr lang="es-CL" dirty="0"/>
              <a:t>Conclusiones</a:t>
            </a:r>
          </a:p>
        </p:txBody>
      </p:sp>
      <p:sp>
        <p:nvSpPr>
          <p:cNvPr id="5" name="CuadroTexto 4">
            <a:extLst>
              <a:ext uri="{FF2B5EF4-FFF2-40B4-BE49-F238E27FC236}">
                <a16:creationId xmlns:a16="http://schemas.microsoft.com/office/drawing/2014/main" id="{02DC905D-4C1D-D676-6183-6516DFF5E704}"/>
              </a:ext>
            </a:extLst>
          </p:cNvPr>
          <p:cNvSpPr txBox="1"/>
          <p:nvPr/>
        </p:nvSpPr>
        <p:spPr>
          <a:xfrm>
            <a:off x="3482994" y="1544182"/>
            <a:ext cx="6094948" cy="2031325"/>
          </a:xfrm>
          <a:prstGeom prst="rect">
            <a:avLst/>
          </a:prstGeom>
          <a:noFill/>
        </p:spPr>
        <p:txBody>
          <a:bodyPr wrap="square">
            <a:spAutoFit/>
          </a:bodyPr>
          <a:lstStyle/>
          <a:p>
            <a:pPr lvl="0"/>
            <a:r>
              <a:rPr lang="es-CL" sz="1400" dirty="0">
                <a:latin typeface="Arial" panose="020B0604020202020204" pitchFamily="34" charset="0"/>
                <a:cs typeface="Arial" panose="020B0604020202020204" pitchFamily="34" charset="0"/>
              </a:rPr>
              <a:t>"Repuestos RS" no es solo un ejercicio académico, es una solución de software comercialmente viable que ataca un nicho de usuarios insatisfechos, probando que el diseño de arquitecturas escalables es vital para el éxito de un negocio digital.</a:t>
            </a:r>
          </a:p>
          <a:p>
            <a:pPr lvl="0"/>
            <a:endParaRPr lang="es-CL" sz="1400" dirty="0">
              <a:latin typeface="Arial" panose="020B0604020202020204" pitchFamily="34" charset="0"/>
              <a:cs typeface="Arial" panose="020B0604020202020204" pitchFamily="34" charset="0"/>
            </a:endParaRPr>
          </a:p>
          <a:p>
            <a:pPr lvl="0"/>
            <a:r>
              <a:rPr lang="es-CL" sz="1400" dirty="0">
                <a:latin typeface="Arial" panose="020B0604020202020204" pitchFamily="34" charset="0"/>
                <a:cs typeface="Arial" panose="020B0604020202020204" pitchFamily="34" charset="0"/>
              </a:rPr>
              <a:t>Construir esta plataforma me exige un crecimiento exponencial. Abordar el desafío de bases de datos complejas para ofrecer compatibilidad transparente es exactamente el nivel de ingeniería de software que busco consolidar en mi perfil profesional de egreso.</a:t>
            </a:r>
          </a:p>
        </p:txBody>
      </p:sp>
    </p:spTree>
    <p:extLst>
      <p:ext uri="{BB962C8B-B14F-4D97-AF65-F5344CB8AC3E}">
        <p14:creationId xmlns:p14="http://schemas.microsoft.com/office/powerpoint/2010/main" val="3317658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212460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c969135-7855-44e0-a9fe-01d799f07605">
      <UserInfo>
        <DisplayName>Patricio alejandro Yanez Ahumada</DisplayName>
        <AccountId>12</AccountId>
        <AccountType/>
      </UserInfo>
      <UserInfo>
        <DisplayName>Victoria Acevedo D</DisplayName>
        <AccountId>6</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AF28BDBD65D93F4BA99B6439AFEA320E" ma:contentTypeVersion="10" ma:contentTypeDescription="Crear nuevo documento." ma:contentTypeScope="" ma:versionID="11d45d99e0339591c68aad091688ac92">
  <xsd:schema xmlns:xsd="http://www.w3.org/2001/XMLSchema" xmlns:xs="http://www.w3.org/2001/XMLSchema" xmlns:p="http://schemas.microsoft.com/office/2006/metadata/properties" xmlns:ns2="9b0ef35d-78e7-41bf-847f-3c0497ad5352" xmlns:ns3="3c969135-7855-44e0-a9fe-01d799f07605" targetNamespace="http://schemas.microsoft.com/office/2006/metadata/properties" ma:root="true" ma:fieldsID="0e603a3f7bf67670d682b80385fe4b00" ns2:_="" ns3:_="">
    <xsd:import namespace="9b0ef35d-78e7-41bf-847f-3c0497ad5352"/>
    <xsd:import namespace="3c969135-7855-44e0-a9fe-01d799f076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0ef35d-78e7-41bf-847f-3c0497ad53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c969135-7855-44e0-a9fe-01d799f07605"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58CA3E-C0DA-46ED-9440-7D10196C7762}">
  <ds:schemaRefs>
    <ds:schemaRef ds:uri="http://schemas.microsoft.com/office/2006/metadata/properties"/>
    <ds:schemaRef ds:uri="http://schemas.microsoft.com/office/infopath/2007/PartnerControls"/>
    <ds:schemaRef ds:uri="3c969135-7855-44e0-a9fe-01d799f07605"/>
  </ds:schemaRefs>
</ds:datastoreItem>
</file>

<file path=customXml/itemProps2.xml><?xml version="1.0" encoding="utf-8"?>
<ds:datastoreItem xmlns:ds="http://schemas.openxmlformats.org/officeDocument/2006/customXml" ds:itemID="{CB4635AD-4573-49F2-BAD3-1FD3B2C9C4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0ef35d-78e7-41bf-847f-3c0497ad5352"/>
    <ds:schemaRef ds:uri="3c969135-7855-44e0-a9fe-01d799f076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BD4256-76F8-4EE6-AF14-F39F3CD068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316</TotalTime>
  <Words>944</Words>
  <Application>Microsoft Office PowerPoint</Application>
  <PresentationFormat>Panorámica</PresentationFormat>
  <Paragraphs>48</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Tema de Office</vt:lpstr>
      <vt:lpstr>Repuestos RS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Daniela Osorio C.</dc:creator>
  <cp:lastModifiedBy>Sebastian Flores</cp:lastModifiedBy>
  <cp:revision>17</cp:revision>
  <dcterms:created xsi:type="dcterms:W3CDTF">2024-03-07T18:55:37Z</dcterms:created>
  <dcterms:modified xsi:type="dcterms:W3CDTF">2026-09-07T17:39:01Z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0x010100AF28BDBD65D93F4BA99B6439AFEA320E</vt:lpwstr>
  </property>
</Properties>
</file>